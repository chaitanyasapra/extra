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5A9FD-B7FA-CB6C-5809-8F5C4D1B4EEF}" v="2" dt="2025-12-12T08:43:59.548"/>
    <p1510:client id="{5BE6A981-22AA-7009-6259-1BC3550AE7AC}" v="600" dt="2025-12-12T18:31:29.640"/>
    <p1510:client id="{6E0596F3-18E3-C32F-A494-32BEFA524722}" v="24" dt="2025-12-12T17:13:18.721"/>
    <p1510:client id="{C89E012B-3C35-49FB-F315-5DF6D22B636D}" v="54" dt="2025-12-12T08:43:26.162"/>
    <p1510:client id="{F24084E4-D7F7-B79D-335A-C6A3BB21657A}" v="61" dt="2025-12-12T12:39:13.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939A4-7C0B-4CF0-9074-998F20A0A38A}"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0787F-B331-46D2-90B2-A2EEACFA6C2C}" type="slidenum">
              <a:rPr lang="en-US" smtClean="0"/>
              <a:t>‹#›</a:t>
            </a:fld>
            <a:endParaRPr lang="en-US"/>
          </a:p>
        </p:txBody>
      </p:sp>
    </p:spTree>
    <p:extLst>
      <p:ext uri="{BB962C8B-B14F-4D97-AF65-F5344CB8AC3E}">
        <p14:creationId xmlns:p14="http://schemas.microsoft.com/office/powerpoint/2010/main" val="413706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Profile 3</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9718DD-4AAF-4D8A-BA7D-B91CCB27E3C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9371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1838"/>
            <a:ext cx="12209991" cy="6869837"/>
          </a:xfrm>
          <a:prstGeom prst="rect">
            <a:avLst/>
          </a:prstGeom>
        </p:spPr>
      </p:pic>
      <p:pic>
        <p:nvPicPr>
          <p:cNvPr id="4"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9056914" y="437584"/>
            <a:ext cx="2703286" cy="1205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txBox="1">
            <a:spLocks/>
          </p:cNvSpPr>
          <p:nvPr userDrawn="1"/>
        </p:nvSpPr>
        <p:spPr>
          <a:xfrm>
            <a:off x="457200" y="6408032"/>
            <a:ext cx="5129684" cy="256233"/>
          </a:xfrm>
          <a:prstGeom prst="rect">
            <a:avLst/>
          </a:prstGeom>
        </p:spPr>
        <p:txBody>
          <a:bodyPr lIns="0" tIns="0" rIns="0" bIns="0"/>
          <a:lstStyle>
            <a:lvl1pPr algn="l" defTabSz="914400" rtl="0" eaLnBrk="1" latinLnBrk="0" hangingPunct="1">
              <a:lnSpc>
                <a:spcPct val="90000"/>
              </a:lnSpc>
              <a:spcBef>
                <a:spcPct val="0"/>
              </a:spcBef>
              <a:buNone/>
              <a:defRPr sz="3000" kern="1200">
                <a:solidFill>
                  <a:srgbClr val="053061"/>
                </a:solidFill>
                <a:latin typeface="Georgia" charset="0"/>
                <a:ea typeface="Georgia" charset="0"/>
                <a:cs typeface="Georgia" charset="0"/>
              </a:defRPr>
            </a:lvl1pPr>
          </a:lstStyle>
          <a:p>
            <a:r>
              <a:rPr lang="en-US" sz="800">
                <a:solidFill>
                  <a:schemeClr val="tx1"/>
                </a:solidFill>
                <a:latin typeface="+mn-lt"/>
                <a:ea typeface="Calibri" charset="0"/>
                <a:cs typeface="Calibri" charset="0"/>
              </a:rPr>
              <a:t>© 2020 Copyright Genpact. All Rights Reserved.</a:t>
            </a:r>
          </a:p>
        </p:txBody>
      </p:sp>
      <p:sp>
        <p:nvSpPr>
          <p:cNvPr id="2" name="Title 1"/>
          <p:cNvSpPr>
            <a:spLocks noGrp="1"/>
          </p:cNvSpPr>
          <p:nvPr>
            <p:ph type="title" hasCustomPrompt="1"/>
          </p:nvPr>
        </p:nvSpPr>
        <p:spPr>
          <a:xfrm>
            <a:off x="3530600" y="2507346"/>
            <a:ext cx="8229600" cy="1302654"/>
          </a:xfrm>
          <a:prstGeom prst="rect">
            <a:avLst/>
          </a:prstGeom>
        </p:spPr>
        <p:txBody>
          <a:bodyPr lIns="0"/>
          <a:lstStyle>
            <a:lvl1pPr>
              <a:defRPr kumimoji="0" lang="en-US" sz="4800" b="0" i="0" u="none" strike="noStrike" kern="1200" cap="none" spc="0" normalizeH="0" baseline="0" dirty="0">
                <a:ln>
                  <a:noFill/>
                </a:ln>
                <a:solidFill>
                  <a:schemeClr val="tx1"/>
                </a:solidFill>
                <a:effectLst/>
                <a:uLnTx/>
                <a:uFillTx/>
                <a:latin typeface="Georgia" charset="0"/>
                <a:ea typeface="+mn-ea"/>
                <a:cs typeface="+mn-cs"/>
              </a:defRPr>
            </a:lvl1pPr>
          </a:lstStyle>
          <a:p>
            <a:pPr lvl="0"/>
            <a:r>
              <a:rPr lang="en-US"/>
              <a:t>Click to edit title text</a:t>
            </a:r>
          </a:p>
        </p:txBody>
      </p:sp>
      <p:sp>
        <p:nvSpPr>
          <p:cNvPr id="8" name="Text Placeholder 15"/>
          <p:cNvSpPr>
            <a:spLocks noGrp="1"/>
          </p:cNvSpPr>
          <p:nvPr>
            <p:ph type="body" sz="quarter" idx="13" hasCustomPrompt="1"/>
          </p:nvPr>
        </p:nvSpPr>
        <p:spPr>
          <a:xfrm>
            <a:off x="3527648" y="4175579"/>
            <a:ext cx="6331832" cy="1828800"/>
          </a:xfrm>
          <a:prstGeom prst="rect">
            <a:avLst/>
          </a:prstGeom>
        </p:spPr>
        <p:txBody>
          <a:bodyPr lIns="0"/>
          <a:lstStyle>
            <a:lvl1pPr>
              <a:lnSpc>
                <a:spcPts val="2200"/>
              </a:lnSpc>
              <a:defRPr sz="2000">
                <a:solidFill>
                  <a:schemeClr val="tx1"/>
                </a:solidFill>
                <a:latin typeface="+mj-lt"/>
              </a:defRPr>
            </a:lvl1pPr>
            <a:lvl2pPr algn="l">
              <a:defRPr/>
            </a:lvl2pPr>
          </a:lstStyle>
          <a:p>
            <a:pPr lvl="0"/>
            <a:r>
              <a:rPr lang="en-US"/>
              <a:t>Second level</a:t>
            </a:r>
          </a:p>
          <a:p>
            <a:pPr lvl="0"/>
            <a:r>
              <a:rPr lang="en-US"/>
              <a:t>Third level</a:t>
            </a:r>
          </a:p>
        </p:txBody>
      </p:sp>
      <p:sp>
        <p:nvSpPr>
          <p:cNvPr id="9" name="Text Placeholder 6"/>
          <p:cNvSpPr>
            <a:spLocks noGrp="1"/>
          </p:cNvSpPr>
          <p:nvPr>
            <p:ph type="body" sz="quarter" idx="10" hasCustomPrompt="1"/>
          </p:nvPr>
        </p:nvSpPr>
        <p:spPr>
          <a:xfrm>
            <a:off x="3527648" y="2008094"/>
            <a:ext cx="6722417" cy="381000"/>
          </a:xfrm>
          <a:prstGeom prst="rect">
            <a:avLst/>
          </a:prstGeom>
        </p:spPr>
        <p:txBody>
          <a:bodyPr lIns="0"/>
          <a:lstStyle>
            <a:lvl1pPr>
              <a:defRPr sz="2000" baseline="0">
                <a:solidFill>
                  <a:schemeClr val="tx1"/>
                </a:solidFill>
                <a:latin typeface="+mj-lt"/>
              </a:defRPr>
            </a:lvl1pPr>
          </a:lstStyle>
          <a:p>
            <a:pPr lvl="0"/>
            <a:r>
              <a:rPr lang="en-US"/>
              <a:t>Click to edit text</a:t>
            </a:r>
          </a:p>
        </p:txBody>
      </p:sp>
    </p:spTree>
    <p:extLst>
      <p:ext uri="{BB962C8B-B14F-4D97-AF65-F5344CB8AC3E}">
        <p14:creationId xmlns:p14="http://schemas.microsoft.com/office/powerpoint/2010/main" val="280674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Option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5" y="0"/>
            <a:ext cx="12188950" cy="6857999"/>
          </a:xfrm>
          <a:prstGeom prst="rect">
            <a:avLst/>
          </a:prstGeom>
        </p:spPr>
      </p:pic>
      <p:pic>
        <p:nvPicPr>
          <p:cNvPr id="8"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42" name="TextBox 4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11" name="Title 1"/>
          <p:cNvSpPr>
            <a:spLocks noGrp="1"/>
          </p:cNvSpPr>
          <p:nvPr>
            <p:ph type="title" hasCustomPrompt="1"/>
          </p:nvPr>
        </p:nvSpPr>
        <p:spPr>
          <a:xfrm>
            <a:off x="457200" y="476250"/>
            <a:ext cx="8534400" cy="554038"/>
          </a:xfrm>
          <a:prstGeom prst="rect">
            <a:avLst/>
          </a:prstGeom>
        </p:spPr>
        <p:txBody>
          <a:bodyPr lIns="0"/>
          <a:lstStyle>
            <a:lvl1pPr>
              <a:defRPr lang="en-US" sz="3200" dirty="0">
                <a:solidFill>
                  <a:schemeClr val="tx1"/>
                </a:solidFill>
                <a:latin typeface="+mn-lt"/>
                <a:ea typeface="+mn-ea"/>
                <a:cs typeface="+mn-cs"/>
              </a:defRPr>
            </a:lvl1pPr>
          </a:lstStyle>
          <a:p>
            <a:pPr marL="0" lvl="0"/>
            <a:r>
              <a:rPr lang="en-US"/>
              <a:t>Agenda opt 3</a:t>
            </a:r>
          </a:p>
        </p:txBody>
      </p:sp>
    </p:spTree>
    <p:extLst>
      <p:ext uri="{BB962C8B-B14F-4D97-AF65-F5344CB8AC3E}">
        <p14:creationId xmlns:p14="http://schemas.microsoft.com/office/powerpoint/2010/main" val="315619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Optio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 y="0"/>
            <a:ext cx="12188948" cy="6872512"/>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bg1"/>
                </a:solidFill>
                <a:latin typeface="+mn-lt"/>
                <a:ea typeface="Georgia" charset="0"/>
                <a:cs typeface="Georgia" charset="0"/>
              </a:rPr>
              <a:t>© 2020 Copyright Genpact. All Rights Reserved.</a:t>
            </a:r>
          </a:p>
        </p:txBody>
      </p:sp>
      <p:pic>
        <p:nvPicPr>
          <p:cNvPr id="6" name="Picture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lIns="0"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a:t>Subtitle, if needed</a:t>
            </a:r>
            <a:endParaRPr lang="en-IN"/>
          </a:p>
        </p:txBody>
      </p:sp>
      <p:sp>
        <p:nvSpPr>
          <p:cNvPr id="9" name="Title 1"/>
          <p:cNvSpPr>
            <a:spLocks noGrp="1"/>
          </p:cNvSpPr>
          <p:nvPr>
            <p:ph type="title" hasCustomPrompt="1"/>
          </p:nvPr>
        </p:nvSpPr>
        <p:spPr>
          <a:xfrm>
            <a:off x="464593" y="2533650"/>
            <a:ext cx="6469606" cy="1447800"/>
          </a:xfrm>
          <a:prstGeom prst="rect">
            <a:avLst/>
          </a:prstGeom>
        </p:spPr>
        <p:txBody>
          <a:bodyPr lIns="0" anchor="ctr"/>
          <a:lstStyle>
            <a:lvl1pPr>
              <a:defRPr lang="en-US" sz="4800" dirty="0">
                <a:solidFill>
                  <a:schemeClr val="bg1"/>
                </a:solidFill>
                <a:latin typeface="+mn-lt"/>
                <a:ea typeface="+mn-ea"/>
                <a:cs typeface="+mn-cs"/>
              </a:defRPr>
            </a:lvl1pPr>
          </a:lstStyle>
          <a:p>
            <a:r>
              <a:rPr lang="en-US" sz="4800">
                <a:solidFill>
                  <a:schemeClr val="bg1"/>
                </a:solidFill>
              </a:rPr>
              <a:t>Divider slide options Lorem ipsum dolor</a:t>
            </a:r>
          </a:p>
        </p:txBody>
      </p:sp>
    </p:spTree>
    <p:extLst>
      <p:ext uri="{BB962C8B-B14F-4D97-AF65-F5344CB8AC3E}">
        <p14:creationId xmlns:p14="http://schemas.microsoft.com/office/powerpoint/2010/main" val="61924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Option 4">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980347" y="0"/>
            <a:ext cx="5210123" cy="6872508"/>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6" name="Picture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lIns="0" anchor="ctr"/>
          <a:lstStyle>
            <a:lvl1pPr>
              <a:defRPr sz="1800">
                <a:solidFill>
                  <a:srgbClr val="073262"/>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a:t>Subtitle, if needed</a:t>
            </a:r>
            <a:endParaRPr lang="en-IN"/>
          </a:p>
        </p:txBody>
      </p:sp>
      <p:sp>
        <p:nvSpPr>
          <p:cNvPr id="10" name="Title 1"/>
          <p:cNvSpPr>
            <a:spLocks noGrp="1"/>
          </p:cNvSpPr>
          <p:nvPr>
            <p:ph type="title" hasCustomPrompt="1"/>
          </p:nvPr>
        </p:nvSpPr>
        <p:spPr>
          <a:xfrm>
            <a:off x="474118" y="2693894"/>
            <a:ext cx="7069682" cy="1143000"/>
          </a:xfrm>
          <a:prstGeom prst="rect">
            <a:avLst/>
          </a:prstGeom>
        </p:spPr>
        <p:txBody>
          <a:bodyPr lIns="0" anchor="ctr"/>
          <a:lstStyle>
            <a:lvl1pPr>
              <a:defRPr lang="en-US" sz="4800" dirty="0">
                <a:solidFill>
                  <a:srgbClr val="073262"/>
                </a:solidFill>
                <a:latin typeface="+mn-lt"/>
                <a:ea typeface="+mn-ea"/>
                <a:cs typeface="+mn-cs"/>
              </a:defRPr>
            </a:lvl1pPr>
          </a:lstStyle>
          <a:p>
            <a:pPr lvl="0"/>
            <a:r>
              <a:rPr lang="en-US"/>
              <a:t>Divider slide options</a:t>
            </a:r>
            <a:br>
              <a:rPr lang="en-US"/>
            </a:br>
            <a:r>
              <a:rPr lang="en-US"/>
              <a:t>Lorem ipsum dolor</a:t>
            </a:r>
            <a:endParaRPr lang="en-IN"/>
          </a:p>
        </p:txBody>
      </p:sp>
    </p:spTree>
    <p:extLst>
      <p:ext uri="{BB962C8B-B14F-4D97-AF65-F5344CB8AC3E}">
        <p14:creationId xmlns:p14="http://schemas.microsoft.com/office/powerpoint/2010/main" val="253602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pic>
        <p:nvPicPr>
          <p:cNvPr id="6" name="Picture 2">
            <a:extLst>
              <a:ext uri="{FF2B5EF4-FFF2-40B4-BE49-F238E27FC236}">
                <a16:creationId xmlns:a16="http://schemas.microsoft.com/office/drawing/2014/main" id="{EBDCBE3F-9CE8-4FAC-94F4-2B6FBE706DB8}"/>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9165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and Picture">
    <p:spTree>
      <p:nvGrpSpPr>
        <p:cNvPr id="1" name=""/>
        <p:cNvGrpSpPr/>
        <p:nvPr/>
      </p:nvGrpSpPr>
      <p:grpSpPr>
        <a:xfrm>
          <a:off x="0" y="0"/>
          <a:ext cx="0" cy="0"/>
          <a:chOff x="0" y="0"/>
          <a:chExt cx="0" cy="0"/>
        </a:xfrm>
      </p:grpSpPr>
      <p:sp>
        <p:nvSpPr>
          <p:cNvPr id="15" name="Text Placeholder 22"/>
          <p:cNvSpPr>
            <a:spLocks noGrp="1"/>
          </p:cNvSpPr>
          <p:nvPr>
            <p:ph type="body" sz="quarter" idx="12" hasCustomPrompt="1"/>
          </p:nvPr>
        </p:nvSpPr>
        <p:spPr>
          <a:xfrm>
            <a:off x="460744" y="980623"/>
            <a:ext cx="112994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Tree>
    <p:extLst>
      <p:ext uri="{BB962C8B-B14F-4D97-AF65-F5344CB8AC3E}">
        <p14:creationId xmlns:p14="http://schemas.microsoft.com/office/powerpoint/2010/main" val="150382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t and Pictur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
        <p:nvSpPr>
          <p:cNvPr id="9" name="Text Placeholder 2"/>
          <p:cNvSpPr>
            <a:spLocks noGrp="1"/>
          </p:cNvSpPr>
          <p:nvPr>
            <p:ph type="body" sz="quarter" idx="14"/>
          </p:nvPr>
        </p:nvSpPr>
        <p:spPr>
          <a:xfrm>
            <a:off x="460744" y="29027"/>
            <a:ext cx="11299456" cy="353109"/>
          </a:xfrm>
          <a:prstGeom prst="rect">
            <a:avLst/>
          </a:prstGeom>
        </p:spPr>
        <p:txBody>
          <a:bodyPr lIns="0" anchor="ctr"/>
          <a:lstStyle>
            <a:lvl1pPr>
              <a:defRPr sz="1000">
                <a:solidFill>
                  <a:schemeClr val="tx1"/>
                </a:solidFill>
              </a:defRPr>
            </a:lvl1pPr>
          </a:lstStyle>
          <a:p>
            <a:pPr lvl="0"/>
            <a:r>
              <a:rPr lang="en-US"/>
              <a:t>Edit Master text styles</a:t>
            </a:r>
          </a:p>
        </p:txBody>
      </p:sp>
    </p:spTree>
    <p:extLst>
      <p:ext uri="{BB962C8B-B14F-4D97-AF65-F5344CB8AC3E}">
        <p14:creationId xmlns:p14="http://schemas.microsoft.com/office/powerpoint/2010/main" val="688482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ntent and Picture">
    <p:spTree>
      <p:nvGrpSpPr>
        <p:cNvPr id="1" name=""/>
        <p:cNvGrpSpPr/>
        <p:nvPr/>
      </p:nvGrpSpPr>
      <p:grpSpPr>
        <a:xfrm>
          <a:off x="0" y="0"/>
          <a:ext cx="0" cy="0"/>
          <a:chOff x="0" y="0"/>
          <a:chExt cx="0" cy="0"/>
        </a:xfrm>
      </p:grpSpPr>
      <p:sp>
        <p:nvSpPr>
          <p:cNvPr id="15" name="Text Placeholder 22"/>
          <p:cNvSpPr>
            <a:spLocks noGrp="1"/>
          </p:cNvSpPr>
          <p:nvPr>
            <p:ph type="body" sz="quarter" idx="12" hasCustomPrompt="1"/>
          </p:nvPr>
        </p:nvSpPr>
        <p:spPr>
          <a:xfrm>
            <a:off x="460744" y="980623"/>
            <a:ext cx="112994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hasCustomPrompt="1"/>
          </p:nvPr>
        </p:nvSpPr>
        <p:spPr>
          <a:xfrm>
            <a:off x="460744" y="469900"/>
            <a:ext cx="11299456" cy="533400"/>
          </a:xfrm>
          <a:prstGeom prst="rect">
            <a:avLst/>
          </a:prstGeom>
        </p:spPr>
        <p:txBody>
          <a:bodyPr lIns="0" anchor="b"/>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
        <p:nvSpPr>
          <p:cNvPr id="9" name="Text Placeholder 2"/>
          <p:cNvSpPr>
            <a:spLocks noGrp="1"/>
          </p:cNvSpPr>
          <p:nvPr>
            <p:ph type="body" sz="quarter" idx="14"/>
          </p:nvPr>
        </p:nvSpPr>
        <p:spPr>
          <a:xfrm>
            <a:off x="460744" y="29027"/>
            <a:ext cx="11299456" cy="353109"/>
          </a:xfrm>
          <a:prstGeom prst="rect">
            <a:avLst/>
          </a:prstGeom>
        </p:spPr>
        <p:txBody>
          <a:bodyPr lIns="0" anchor="ctr"/>
          <a:lstStyle>
            <a:lvl1pPr>
              <a:defRPr sz="1000">
                <a:solidFill>
                  <a:schemeClr val="tx1"/>
                </a:solidFill>
              </a:defRPr>
            </a:lvl1pPr>
          </a:lstStyle>
          <a:p>
            <a:pPr lvl="0"/>
            <a:r>
              <a:rPr lang="en-US"/>
              <a:t>Edit Master text styles</a:t>
            </a:r>
          </a:p>
        </p:txBody>
      </p:sp>
    </p:spTree>
    <p:extLst>
      <p:ext uri="{BB962C8B-B14F-4D97-AF65-F5344CB8AC3E}">
        <p14:creationId xmlns:p14="http://schemas.microsoft.com/office/powerpoint/2010/main" val="425427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lIns="0"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a:t>
            </a:r>
            <a:r>
              <a:rPr lang="en-US" err="1"/>
              <a:t>dolore</a:t>
            </a:r>
            <a:r>
              <a:rPr lang="en-US"/>
              <a:t> </a:t>
            </a:r>
            <a:r>
              <a:rPr lang="en-US" err="1"/>
              <a:t>eu</a:t>
            </a:r>
            <a:r>
              <a:rPr lang="en-US"/>
              <a:t> </a:t>
            </a:r>
            <a:r>
              <a:rPr lang="en-US" err="1"/>
              <a:t>fugiat</a:t>
            </a:r>
            <a:r>
              <a:rPr lang="en-US"/>
              <a:t> </a:t>
            </a:r>
            <a:r>
              <a:rPr lang="en-US" err="1"/>
              <a:t>nulla</a:t>
            </a:r>
            <a:r>
              <a:rPr lang="en-US"/>
              <a:t> </a:t>
            </a:r>
            <a:r>
              <a:rPr lang="en-US" err="1"/>
              <a:t>pariatur</a:t>
            </a:r>
            <a:r>
              <a:rPr lang="en-US"/>
              <a:t>.</a:t>
            </a:r>
          </a:p>
          <a:p>
            <a:pPr lvl="1"/>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a:t>
            </a:r>
            <a:r>
              <a:rPr lang="en-US" err="1"/>
              <a:t>Sed</a:t>
            </a:r>
            <a:r>
              <a:rPr lang="en-US"/>
              <a:t>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a:p>
            <a:pPr lvl="2"/>
            <a:r>
              <a:rPr lang="en-US" err="1"/>
              <a:t>Totam</a:t>
            </a:r>
            <a:r>
              <a:rPr lang="en-US"/>
              <a:t> rem </a:t>
            </a:r>
            <a:r>
              <a:rPr lang="en-US" err="1"/>
              <a:t>aperiam</a:t>
            </a:r>
            <a:r>
              <a:rPr lang="en-US"/>
              <a:t>, </a:t>
            </a:r>
            <a:r>
              <a:rPr lang="en-US" err="1"/>
              <a:t>eaque</a:t>
            </a:r>
            <a:r>
              <a:rPr lang="en-US"/>
              <a:t> </a:t>
            </a:r>
            <a:r>
              <a:rPr lang="en-US" err="1"/>
              <a:t>ipsa</a:t>
            </a:r>
            <a:r>
              <a:rPr lang="en-US"/>
              <a:t> quae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a:t>
            </a:r>
            <a:r>
              <a:rPr lang="en-US" err="1"/>
              <a:t>sunt</a:t>
            </a:r>
            <a:r>
              <a:rPr lang="en-US"/>
              <a: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a:t>
            </a:r>
            <a:r>
              <a:rPr lang="en-US" err="1"/>
              <a:t>sed</a:t>
            </a:r>
            <a:r>
              <a:rPr lang="en-US"/>
              <a:t>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endParaRPr lang="en-US"/>
          </a:p>
          <a:p>
            <a:pPr lvl="0"/>
            <a:r>
              <a:rPr lang="en-US"/>
              <a:t>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a:t>
            </a:r>
            <a:r>
              <a:rPr lang="en-US" err="1"/>
              <a:t>sed</a:t>
            </a:r>
            <a:r>
              <a:rPr lang="en-US"/>
              <a:t>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a:t>
            </a:r>
            <a:r>
              <a:rPr lang="en-US" err="1"/>
              <a:t>dolore</a:t>
            </a:r>
            <a:r>
              <a:rPr lang="en-US"/>
              <a:t> </a:t>
            </a:r>
            <a:r>
              <a:rPr lang="en-US" err="1"/>
              <a:t>magnam</a:t>
            </a:r>
            <a:r>
              <a:rPr lang="en-US"/>
              <a:t> </a:t>
            </a:r>
            <a:r>
              <a:rPr lang="en-US" err="1"/>
              <a:t>aliquam</a:t>
            </a:r>
            <a:r>
              <a:rPr lang="en-US"/>
              <a:t> </a:t>
            </a:r>
            <a:r>
              <a:rPr lang="en-US" err="1"/>
              <a:t>quaerat</a:t>
            </a:r>
            <a:r>
              <a:rPr lang="en-US"/>
              <a:t> </a:t>
            </a:r>
            <a:r>
              <a:rPr lang="en-US" err="1"/>
              <a:t>voluptatem</a:t>
            </a:r>
            <a:r>
              <a:rPr lang="en-US"/>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4" name="Text Placeholder 22"/>
          <p:cNvSpPr>
            <a:spLocks noGrp="1"/>
          </p:cNvSpPr>
          <p:nvPr>
            <p:ph type="body" sz="quarter" idx="12" hasCustomPrompt="1"/>
          </p:nvPr>
        </p:nvSpPr>
        <p:spPr>
          <a:xfrm>
            <a:off x="460744" y="980623"/>
            <a:ext cx="9673856" cy="533400"/>
          </a:xfrm>
          <a:prstGeom prst="rect">
            <a:avLst/>
          </a:prstGeom>
        </p:spPr>
        <p:txBody>
          <a:bodyPr lIns="0" anchor="ctr"/>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8"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2"/>
          <p:cNvSpPr>
            <a:spLocks noGrp="1"/>
          </p:cNvSpPr>
          <p:nvPr>
            <p:ph type="body" sz="quarter" idx="14"/>
          </p:nvPr>
        </p:nvSpPr>
        <p:spPr>
          <a:xfrm>
            <a:off x="482600" y="29028"/>
            <a:ext cx="6604000" cy="228600"/>
          </a:xfrm>
          <a:prstGeom prst="rect">
            <a:avLst/>
          </a:prstGeom>
        </p:spPr>
        <p:txBody>
          <a:bodyPr lIns="0"/>
          <a:lstStyle>
            <a:lvl1pPr>
              <a:defRPr sz="1000">
                <a:solidFill>
                  <a:schemeClr val="tx1"/>
                </a:solidFill>
              </a:defRPr>
            </a:lvl1pPr>
          </a:lstStyle>
          <a:p>
            <a:pPr lvl="0"/>
            <a:r>
              <a:rPr lang="en-US"/>
              <a:t>Edit Master text styles</a:t>
            </a:r>
          </a:p>
        </p:txBody>
      </p:sp>
      <p:sp>
        <p:nvSpPr>
          <p:cNvPr id="9" name="Title 1"/>
          <p:cNvSpPr>
            <a:spLocks noGrp="1"/>
          </p:cNvSpPr>
          <p:nvPr>
            <p:ph type="title" hasCustomPrompt="1"/>
          </p:nvPr>
        </p:nvSpPr>
        <p:spPr>
          <a:xfrm>
            <a:off x="460744" y="469900"/>
            <a:ext cx="11299456" cy="533400"/>
          </a:xfrm>
          <a:prstGeom prst="rect">
            <a:avLst/>
          </a:prstGeom>
        </p:spPr>
        <p:txBody>
          <a:bodyPr lIns="0" anchor="ctr"/>
          <a:lstStyle>
            <a:lvl1pPr>
              <a:defRPr lang="en-US" sz="3000" dirty="0">
                <a:solidFill>
                  <a:srgbClr val="063161"/>
                </a:solidFill>
                <a:latin typeface="Georgia" panose="02040502050405020303" pitchFamily="18" charset="0"/>
                <a:ea typeface="+mn-ea"/>
                <a:cs typeface="+mn-cs"/>
              </a:defRPr>
            </a:lvl1pPr>
          </a:lstStyle>
          <a:p>
            <a:pPr lvl="0"/>
            <a:r>
              <a:rPr lang="en-US"/>
              <a:t>Content slide title goes here</a:t>
            </a:r>
          </a:p>
        </p:txBody>
      </p:sp>
    </p:spTree>
    <p:extLst>
      <p:ext uri="{BB962C8B-B14F-4D97-AF65-F5344CB8AC3E}">
        <p14:creationId xmlns:p14="http://schemas.microsoft.com/office/powerpoint/2010/main" val="1600986420"/>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lang="en-US" sz="800" smtClean="0">
                <a:solidFill>
                  <a:schemeClr val="tx1"/>
                </a:solidFill>
                <a:ea typeface="Calibri" charset="0"/>
                <a:cs typeface="Calibri" charset="0"/>
              </a:defRPr>
            </a:lvl1pPr>
          </a:lstStyle>
          <a:p>
            <a:pPr lvl="0"/>
            <a:r>
              <a:rPr lang="en-US" sz="800">
                <a:solidFill>
                  <a:srgbClr val="44546A"/>
                </a:solidFill>
                <a:latin typeface="+mn-lt"/>
                <a:ea typeface="Calibri" charset="0"/>
                <a:cs typeface="Calibri" charset="0"/>
              </a:rPr>
              <a:t>©</a:t>
            </a:r>
            <a:r>
              <a:rPr lang="en-IN"/>
              <a:t> 2020 Copyright Genpact. All Rights Reserved.</a:t>
            </a:r>
          </a:p>
        </p:txBody>
      </p:sp>
      <p:pic>
        <p:nvPicPr>
          <p:cNvPr id="49" name="Picture 4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8001000" y="0"/>
            <a:ext cx="4191000" cy="4309139"/>
          </a:xfrm>
          <a:prstGeom prst="rect">
            <a:avLst/>
          </a:prstGeom>
        </p:spPr>
      </p:pic>
      <p:pic>
        <p:nvPicPr>
          <p:cNvPr id="6" name="Picture 3"/>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82601" y="5181600"/>
            <a:ext cx="2412999" cy="887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hasCustomPrompt="1"/>
          </p:nvPr>
        </p:nvSpPr>
        <p:spPr>
          <a:xfrm>
            <a:off x="457200" y="2521525"/>
            <a:ext cx="5791200" cy="1143000"/>
          </a:xfrm>
          <a:prstGeom prst="rect">
            <a:avLst/>
          </a:prstGeom>
        </p:spPr>
        <p:txBody>
          <a:bodyPr lIns="0"/>
          <a:lstStyle>
            <a:lvl1pPr>
              <a:defRPr lang="en-US" sz="8800" baseline="0" dirty="0">
                <a:solidFill>
                  <a:schemeClr val="accent3"/>
                </a:solidFill>
                <a:latin typeface="+mn-lt"/>
                <a:ea typeface="+mn-ea"/>
                <a:cs typeface="+mn-cs"/>
              </a:defRPr>
            </a:lvl1pPr>
          </a:lstStyle>
          <a:p>
            <a:pPr lvl="0"/>
            <a:r>
              <a:rPr lang="en-US"/>
              <a:t>Thank you.</a:t>
            </a:r>
            <a:endParaRPr lang="en-IN"/>
          </a:p>
        </p:txBody>
      </p:sp>
    </p:spTree>
    <p:extLst>
      <p:ext uri="{BB962C8B-B14F-4D97-AF65-F5344CB8AC3E}">
        <p14:creationId xmlns:p14="http://schemas.microsoft.com/office/powerpoint/2010/main" val="237672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nchorCtr="0"/>
          <a:lstStyle>
            <a:lvl1pPr>
              <a:defRPr sz="3000">
                <a:solidFill>
                  <a:schemeClr val="tx1"/>
                </a:solidFill>
                <a:latin typeface="Georgia" panose="02040502050405020303" pitchFamily="18" charset="0"/>
              </a:defRPr>
            </a:lvl1pPr>
          </a:lstStyle>
          <a:p>
            <a:pPr lvl="0"/>
            <a:r>
              <a:rPr lang="en-US"/>
              <a:t>Content slide title goes here</a:t>
            </a:r>
          </a:p>
        </p:txBody>
      </p:sp>
      <p:pic>
        <p:nvPicPr>
          <p:cNvPr id="6" name="Picture 2">
            <a:extLst>
              <a:ext uri="{FF2B5EF4-FFF2-40B4-BE49-F238E27FC236}">
                <a16:creationId xmlns:a16="http://schemas.microsoft.com/office/drawing/2014/main" id="{34633A08-4C37-4CC3-A2EF-74DBF0150E58}"/>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079270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Content and Picture">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7235456" cy="533400"/>
          </a:xfrm>
          <a:prstGeom prst="rect">
            <a:avLst/>
          </a:prstGeom>
        </p:spPr>
        <p:txBody>
          <a:bodyPr lIns="0" anchor="ctr"/>
          <a:lstStyle>
            <a:lvl1pPr>
              <a:defRPr sz="3000" baseline="0">
                <a:solidFill>
                  <a:srgbClr val="063161"/>
                </a:solidFill>
                <a:latin typeface="Georgia" panose="02040502050405020303" pitchFamily="18" charset="0"/>
              </a:defRPr>
            </a:lvl1pPr>
          </a:lstStyle>
          <a:p>
            <a:pPr lvl="0"/>
            <a:r>
              <a:rPr lang="en-IN"/>
              <a:t>Content slide title goes here</a:t>
            </a:r>
            <a:endParaRPr lang="en-US"/>
          </a:p>
        </p:txBody>
      </p:sp>
      <p:sp>
        <p:nvSpPr>
          <p:cNvPr id="15" name="Text Placeholder 22"/>
          <p:cNvSpPr>
            <a:spLocks noGrp="1"/>
          </p:cNvSpPr>
          <p:nvPr>
            <p:ph type="body" sz="quarter" idx="12" hasCustomPrompt="1"/>
          </p:nvPr>
        </p:nvSpPr>
        <p:spPr>
          <a:xfrm>
            <a:off x="460744" y="980623"/>
            <a:ext cx="9673856" cy="533400"/>
          </a:xfrm>
          <a:prstGeom prst="rect">
            <a:avLst/>
          </a:prstGeom>
        </p:spPr>
        <p:txBody>
          <a:bodyPr lIns="0" anchor="ctr"/>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3052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71978F17-CF6F-441E-9FAD-6FDD72241087}" type="datetimeFigureOut">
              <a:rPr lang="id-ID" smtClean="0"/>
              <a:t>12/12/2025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B547E0D5-C779-4B48-9D09-DC37D8A4644B}" type="slidenum">
              <a:rPr lang="id-ID" smtClean="0"/>
              <a:t>‹#›</a:t>
            </a:fld>
            <a:endParaRPr lang="id-ID"/>
          </a:p>
        </p:txBody>
      </p:sp>
    </p:spTree>
    <p:extLst>
      <p:ext uri="{BB962C8B-B14F-4D97-AF65-F5344CB8AC3E}">
        <p14:creationId xmlns:p14="http://schemas.microsoft.com/office/powerpoint/2010/main" val="2409384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lstStyle>
            <a:lvl1pPr>
              <a:defRPr sz="3000">
                <a:solidFill>
                  <a:schemeClr val="tx1"/>
                </a:solidFill>
                <a:latin typeface="Georgia" panose="02040502050405020303" pitchFamily="18" charset="0"/>
              </a:defRPr>
            </a:lvl1pPr>
          </a:lstStyle>
          <a:p>
            <a:pPr lvl="0"/>
            <a:r>
              <a:rPr lang="en-US"/>
              <a:t>Content slide title goes here</a:t>
            </a:r>
          </a:p>
        </p:txBody>
      </p:sp>
      <p:sp>
        <p:nvSpPr>
          <p:cNvPr id="3" name="Text Placeholder 2"/>
          <p:cNvSpPr>
            <a:spLocks noGrp="1"/>
          </p:cNvSpPr>
          <p:nvPr>
            <p:ph type="body" sz="quarter" idx="13"/>
          </p:nvPr>
        </p:nvSpPr>
        <p:spPr>
          <a:xfrm>
            <a:off x="457200" y="12700"/>
            <a:ext cx="11274552" cy="366712"/>
          </a:xfrm>
          <a:prstGeom prst="rect">
            <a:avLst/>
          </a:prstGeom>
        </p:spPr>
        <p:txBody>
          <a:bodyPr lIns="0" rIns="0" anchor="ctr" anchorCtr="0"/>
          <a:lstStyle>
            <a:lvl1pP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945494749"/>
      </p:ext>
    </p:extLst>
  </p:cSld>
  <p:clrMapOvr>
    <a:masterClrMapping/>
  </p:clrMapOvr>
  <p:extLst>
    <p:ext uri="{DCECCB84-F9BA-43D5-87BE-67443E8EF086}">
      <p15:sldGuideLst xmlns:p15="http://schemas.microsoft.com/office/powerpoint/2012/main">
        <p15:guide id="2" pos="279">
          <p15:clr>
            <a:srgbClr val="FBAE40"/>
          </p15:clr>
        </p15:guide>
        <p15:guide id="3" pos="7401">
          <p15:clr>
            <a:srgbClr val="FBAE40"/>
          </p15:clr>
        </p15:guide>
        <p15:guide id="5" orient="horz" pos="777">
          <p15:clr>
            <a:srgbClr val="FBAE40"/>
          </p15:clr>
        </p15:guide>
        <p15:guide id="6" orient="horz" pos="399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nchorCtr="0"/>
          <a:lstStyle>
            <a:lvl1pPr>
              <a:defRPr sz="3000">
                <a:solidFill>
                  <a:schemeClr val="tx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76087"/>
            <a:ext cx="11277600" cy="533400"/>
          </a:xfrm>
          <a:prstGeom prst="rect">
            <a:avLst/>
          </a:prstGeom>
        </p:spPr>
        <p:txBody>
          <a:bodyPr lIns="0" rIns="0" anchor="t" anchorCtr="0"/>
          <a:lstStyle>
            <a:lvl1pPr>
              <a:defRPr sz="2200">
                <a:solidFill>
                  <a:schemeClr val="tx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3" name="Text Placeholder 2"/>
          <p:cNvSpPr>
            <a:spLocks noGrp="1"/>
          </p:cNvSpPr>
          <p:nvPr>
            <p:ph type="body" sz="quarter" idx="13"/>
          </p:nvPr>
        </p:nvSpPr>
        <p:spPr>
          <a:xfrm>
            <a:off x="457200" y="12700"/>
            <a:ext cx="11274552" cy="366712"/>
          </a:xfrm>
          <a:prstGeom prst="rect">
            <a:avLst/>
          </a:prstGeom>
        </p:spPr>
        <p:txBody>
          <a:bodyPr lIns="0" rIns="0" anchor="ctr" anchorCtr="0"/>
          <a:lstStyle>
            <a:lvl1pP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10" name="Picture 2">
            <a:extLst>
              <a:ext uri="{FF2B5EF4-FFF2-40B4-BE49-F238E27FC236}">
                <a16:creationId xmlns:a16="http://schemas.microsoft.com/office/drawing/2014/main" id="{0B1FDBD9-8B9D-4DC3-87BB-F12A75D40895}"/>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4853492"/>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Use_Genpac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60744" y="471715"/>
            <a:ext cx="11272262" cy="1037772"/>
          </a:xfrm>
          <a:prstGeom prst="rect">
            <a:avLst/>
          </a:prstGeom>
        </p:spPr>
        <p:txBody>
          <a:bodyPr l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60744" y="976087"/>
            <a:ext cx="112740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7" name="Picture 2">
            <a:extLst>
              <a:ext uri="{FF2B5EF4-FFF2-40B4-BE49-F238E27FC236}">
                <a16:creationId xmlns:a16="http://schemas.microsoft.com/office/drawing/2014/main" id="{40AC7825-FADD-4B94-9F03-DBC9C97A1891}"/>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6583838"/>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and Picture with White Background">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11267060" cy="965200"/>
          </a:xfrm>
          <a:prstGeom prst="rect">
            <a:avLst/>
          </a:prstGeom>
        </p:spPr>
        <p:txBody>
          <a:bodyPr lIns="0" anchor="t"/>
          <a:lstStyle>
            <a:lvl1pPr>
              <a:defRPr sz="2800" baseline="0">
                <a:solidFill>
                  <a:srgbClr val="063161"/>
                </a:solidFill>
                <a:latin typeface="Georgia" panose="02040502050405020303" pitchFamily="18" charset="0"/>
              </a:defRPr>
            </a:lvl1pPr>
          </a:lstStyle>
          <a:p>
            <a:pPr lvl="0"/>
            <a:r>
              <a:rPr lang="en-IN"/>
              <a:t>Content slide title goes here</a:t>
            </a:r>
            <a:endParaRPr lang="en-US"/>
          </a:p>
        </p:txBody>
      </p:sp>
      <p:sp>
        <p:nvSpPr>
          <p:cNvPr id="15" name="Text Placeholder 22"/>
          <p:cNvSpPr>
            <a:spLocks noGrp="1"/>
          </p:cNvSpPr>
          <p:nvPr>
            <p:ph type="body" sz="quarter" idx="12" hasCustomPrompt="1"/>
          </p:nvPr>
        </p:nvSpPr>
        <p:spPr>
          <a:xfrm>
            <a:off x="460744" y="976259"/>
            <a:ext cx="11267060" cy="460656"/>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7" name="Picture 2">
            <a:extLst>
              <a:ext uri="{FF2B5EF4-FFF2-40B4-BE49-F238E27FC236}">
                <a16:creationId xmlns:a16="http://schemas.microsoft.com/office/drawing/2014/main" id="{EFC5EC5A-7801-4D3D-8F02-C6FBE77FD99F}"/>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8525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GENPAC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44418"/>
            <a:ext cx="11277600" cy="1204685"/>
          </a:xfrm>
          <a:prstGeom prst="rect">
            <a:avLst/>
          </a:prstGeom>
        </p:spPr>
        <p:txBody>
          <a:bodyPr lIns="0" r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48790"/>
            <a:ext cx="11277600" cy="700313"/>
          </a:xfrm>
          <a:prstGeom prst="rect">
            <a:avLst/>
          </a:prstGeom>
        </p:spPr>
        <p:txBody>
          <a:bodyPr lIns="0" rIns="0" anchor="t"/>
          <a:lstStyle>
            <a:lvl1pPr>
              <a:defRPr sz="18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7" name="Picture 2">
            <a:extLst>
              <a:ext uri="{FF2B5EF4-FFF2-40B4-BE49-F238E27FC236}">
                <a16:creationId xmlns:a16="http://schemas.microsoft.com/office/drawing/2014/main" id="{20ED5E71-C4F3-4FFF-9273-F7D52479E314}"/>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967867"/>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GENPACT">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57200" y="444418"/>
            <a:ext cx="11277600" cy="1204685"/>
          </a:xfrm>
          <a:prstGeom prst="rect">
            <a:avLst/>
          </a:prstGeom>
        </p:spPr>
        <p:txBody>
          <a:bodyPr lIns="0" r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48790"/>
            <a:ext cx="11277600" cy="700313"/>
          </a:xfrm>
          <a:prstGeom prst="rect">
            <a:avLst/>
          </a:prstGeom>
        </p:spPr>
        <p:txBody>
          <a:bodyPr lIns="0" rIns="0" anchor="t"/>
          <a:lstStyle>
            <a:lvl1pPr>
              <a:defRPr sz="18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11" name="Text Placeholder 22"/>
          <p:cNvSpPr>
            <a:spLocks noGrp="1"/>
          </p:cNvSpPr>
          <p:nvPr>
            <p:ph type="body" sz="quarter" idx="15" hasCustomPrompt="1"/>
          </p:nvPr>
        </p:nvSpPr>
        <p:spPr>
          <a:xfrm>
            <a:off x="457200" y="62593"/>
            <a:ext cx="8678335" cy="294521"/>
          </a:xfrm>
          <a:prstGeom prst="rect">
            <a:avLst/>
          </a:prstGeom>
        </p:spPr>
        <p:txBody>
          <a:bodyPr lIns="0" rIns="0" anchor="ctr"/>
          <a:lstStyle>
            <a:lvl1pPr>
              <a:defRPr sz="10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8" name="Picture 2">
            <a:extLst>
              <a:ext uri="{FF2B5EF4-FFF2-40B4-BE49-F238E27FC236}">
                <a16:creationId xmlns:a16="http://schemas.microsoft.com/office/drawing/2014/main" id="{185D73AC-0BCE-4CCB-83AF-3DC90C3F96D4}"/>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6329222"/>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a:t>
            </a:r>
            <a:r>
              <a:rPr lang="en-US" err="1"/>
              <a:t>dolore</a:t>
            </a:r>
            <a:r>
              <a:rPr lang="en-US"/>
              <a:t> </a:t>
            </a:r>
            <a:r>
              <a:rPr lang="en-US" err="1"/>
              <a:t>eu</a:t>
            </a:r>
            <a:r>
              <a:rPr lang="en-US"/>
              <a:t> </a:t>
            </a:r>
            <a:r>
              <a:rPr lang="en-US" err="1"/>
              <a:t>fugiat</a:t>
            </a:r>
            <a:r>
              <a:rPr lang="en-US"/>
              <a:t> </a:t>
            </a:r>
            <a:r>
              <a:rPr lang="en-US" err="1"/>
              <a:t>nulla</a:t>
            </a:r>
            <a:r>
              <a:rPr lang="en-US"/>
              <a:t> </a:t>
            </a:r>
            <a:r>
              <a:rPr lang="en-US" err="1"/>
              <a:t>pariatur</a:t>
            </a:r>
            <a:r>
              <a:rPr lang="en-US"/>
              <a:t>.</a:t>
            </a:r>
          </a:p>
          <a:p>
            <a:pPr lvl="1"/>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a:t>
            </a:r>
            <a:r>
              <a:rPr lang="en-US" err="1"/>
              <a:t>Sed</a:t>
            </a:r>
            <a:r>
              <a:rPr lang="en-US"/>
              <a:t>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a:p>
            <a:pPr lvl="2"/>
            <a:r>
              <a:rPr lang="en-US" err="1"/>
              <a:t>Totam</a:t>
            </a:r>
            <a:r>
              <a:rPr lang="en-US"/>
              <a:t> rem </a:t>
            </a:r>
            <a:r>
              <a:rPr lang="en-US" err="1"/>
              <a:t>aperiam</a:t>
            </a:r>
            <a:r>
              <a:rPr lang="en-US"/>
              <a:t>, </a:t>
            </a:r>
            <a:r>
              <a:rPr lang="en-US" err="1"/>
              <a:t>eaque</a:t>
            </a:r>
            <a:r>
              <a:rPr lang="en-US"/>
              <a:t> </a:t>
            </a:r>
            <a:r>
              <a:rPr lang="en-US" err="1"/>
              <a:t>ipsa</a:t>
            </a:r>
            <a:r>
              <a:rPr lang="en-US"/>
              <a:t> quae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a:t>
            </a:r>
            <a:r>
              <a:rPr lang="en-US" err="1"/>
              <a:t>sunt</a:t>
            </a:r>
            <a:r>
              <a:rPr lang="en-US"/>
              <a: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a:t>
            </a:r>
            <a:r>
              <a:rPr lang="en-US" err="1"/>
              <a:t>sed</a:t>
            </a:r>
            <a:r>
              <a:rPr lang="en-US"/>
              <a:t>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endParaRPr lang="en-US"/>
          </a:p>
          <a:p>
            <a:pPr lvl="0"/>
            <a:r>
              <a:rPr lang="en-US"/>
              <a:t>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a:t>
            </a:r>
            <a:r>
              <a:rPr lang="en-US" err="1"/>
              <a:t>sed</a:t>
            </a:r>
            <a:r>
              <a:rPr lang="en-US"/>
              <a:t>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a:t>
            </a:r>
            <a:r>
              <a:rPr lang="en-US" err="1"/>
              <a:t>dolore</a:t>
            </a:r>
            <a:r>
              <a:rPr lang="en-US"/>
              <a:t> </a:t>
            </a:r>
            <a:r>
              <a:rPr lang="en-US" err="1"/>
              <a:t>magnam</a:t>
            </a:r>
            <a:r>
              <a:rPr lang="en-US"/>
              <a:t> </a:t>
            </a:r>
            <a:r>
              <a:rPr lang="en-US" err="1"/>
              <a:t>aliquam</a:t>
            </a:r>
            <a:r>
              <a:rPr lang="en-US"/>
              <a:t> </a:t>
            </a:r>
            <a:r>
              <a:rPr lang="en-US" err="1"/>
              <a:t>quaerat</a:t>
            </a:r>
            <a:r>
              <a:rPr lang="en-US"/>
              <a:t> </a:t>
            </a:r>
            <a:r>
              <a:rPr lang="en-US" err="1"/>
              <a:t>voluptatem</a:t>
            </a:r>
            <a:r>
              <a:rPr lang="en-US"/>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sp>
        <p:nvSpPr>
          <p:cNvPr id="33" name="Text Placeholder 22"/>
          <p:cNvSpPr>
            <a:spLocks noGrp="1"/>
          </p:cNvSpPr>
          <p:nvPr>
            <p:ph type="body" sz="quarter" idx="11" hasCustomPrompt="1"/>
          </p:nvPr>
        </p:nvSpPr>
        <p:spPr>
          <a:xfrm>
            <a:off x="460744" y="471715"/>
            <a:ext cx="11272262" cy="533400"/>
          </a:xfrm>
          <a:prstGeom prst="rect">
            <a:avLst/>
          </a:prstGeom>
        </p:spPr>
        <p:txBody>
          <a:bodyPr lIns="0" anchor="t"/>
          <a:lstStyle>
            <a:lvl1pPr>
              <a:defRPr sz="3000">
                <a:solidFill>
                  <a:srgbClr val="06316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60744" y="976087"/>
            <a:ext cx="11274056" cy="533400"/>
          </a:xfrm>
          <a:prstGeom prst="rect">
            <a:avLst/>
          </a:prstGeom>
        </p:spPr>
        <p:txBody>
          <a:bodyPr lIns="0" anchor="t"/>
          <a:lstStyle>
            <a:lvl1pPr>
              <a:defRPr sz="2200">
                <a:solidFill>
                  <a:srgbClr val="06316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pic>
        <p:nvPicPr>
          <p:cNvPr id="8" name="Picture 2">
            <a:extLst>
              <a:ext uri="{FF2B5EF4-FFF2-40B4-BE49-F238E27FC236}">
                <a16:creationId xmlns:a16="http://schemas.microsoft.com/office/drawing/2014/main" id="{1C06C7D2-76A2-4FA7-8219-FAC568E935F8}"/>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19132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Pointer slide">
    <p:spTree>
      <p:nvGrpSpPr>
        <p:cNvPr id="1" name=""/>
        <p:cNvGrpSpPr/>
        <p:nvPr/>
      </p:nvGrpSpPr>
      <p:grpSpPr>
        <a:xfrm>
          <a:off x="0" y="0"/>
          <a:ext cx="0" cy="0"/>
          <a:chOff x="0" y="0"/>
          <a:chExt cx="0" cy="0"/>
        </a:xfrm>
      </p:grpSpPr>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tx1"/>
                </a:solidFill>
                <a:latin typeface="+mn-lt"/>
              </a:rPr>
              <a:pPr/>
              <a:t>‹#›</a:t>
            </a:fld>
            <a:endParaRPr lang="en-US" b="1">
              <a:solidFill>
                <a:schemeClr val="tx1"/>
              </a:solidFill>
              <a:latin typeface="+mn-lt"/>
            </a:endParaRPr>
          </a:p>
        </p:txBody>
      </p:sp>
      <p:sp>
        <p:nvSpPr>
          <p:cNvPr id="33" name="Text Placeholder 22"/>
          <p:cNvSpPr>
            <a:spLocks noGrp="1"/>
          </p:cNvSpPr>
          <p:nvPr>
            <p:ph type="body" sz="quarter" idx="11" hasCustomPrompt="1"/>
          </p:nvPr>
        </p:nvSpPr>
        <p:spPr>
          <a:xfrm>
            <a:off x="457200" y="471715"/>
            <a:ext cx="11277600" cy="533400"/>
          </a:xfrm>
          <a:prstGeom prst="rect">
            <a:avLst/>
          </a:prstGeom>
        </p:spPr>
        <p:txBody>
          <a:bodyPr lIns="0" rIns="0" anchor="t" anchorCtr="0"/>
          <a:lstStyle>
            <a:lvl1pPr>
              <a:defRPr sz="3000">
                <a:solidFill>
                  <a:schemeClr val="tx1"/>
                </a:solidFill>
                <a:latin typeface="Georgia" panose="02040502050405020303" pitchFamily="18" charset="0"/>
              </a:defRPr>
            </a:lvl1pPr>
          </a:lstStyle>
          <a:p>
            <a:pPr lvl="0"/>
            <a:r>
              <a:rPr lang="en-US"/>
              <a:t>Content slide title goes here</a:t>
            </a:r>
          </a:p>
        </p:txBody>
      </p:sp>
      <p:sp>
        <p:nvSpPr>
          <p:cNvPr id="34" name="Text Placeholder 22"/>
          <p:cNvSpPr>
            <a:spLocks noGrp="1"/>
          </p:cNvSpPr>
          <p:nvPr>
            <p:ph type="body" sz="quarter" idx="12" hasCustomPrompt="1"/>
          </p:nvPr>
        </p:nvSpPr>
        <p:spPr>
          <a:xfrm>
            <a:off x="457200" y="976087"/>
            <a:ext cx="11277600" cy="533400"/>
          </a:xfrm>
          <a:prstGeom prst="rect">
            <a:avLst/>
          </a:prstGeom>
        </p:spPr>
        <p:txBody>
          <a:bodyPr lIns="0" rIns="0" anchor="t" anchorCtr="0"/>
          <a:lstStyle>
            <a:lvl1pPr>
              <a:defRPr sz="2200">
                <a:solidFill>
                  <a:schemeClr val="tx1"/>
                </a:solidFill>
                <a:latin typeface="Georgia" panose="02040502050405020303" pitchFamily="18" charset="0"/>
              </a:defRPr>
            </a:lvl1pPr>
          </a:lstStyle>
          <a:p>
            <a:pPr lvl="0"/>
            <a:r>
              <a:rPr lang="en-US"/>
              <a:t>Lorem ipsum dolor sit </a:t>
            </a:r>
            <a:r>
              <a:rPr lang="en-US" err="1"/>
              <a:t>amet</a:t>
            </a:r>
            <a:r>
              <a:rPr lang="en-US"/>
              <a:t>, </a:t>
            </a:r>
            <a:r>
              <a:rPr lang="en-US" err="1"/>
              <a:t>consectetur</a:t>
            </a:r>
            <a:r>
              <a:rPr lang="en-US"/>
              <a:t> </a:t>
            </a:r>
            <a:r>
              <a:rPr lang="en-US" err="1"/>
              <a:t>adipisicing</a:t>
            </a:r>
            <a:r>
              <a:rPr lang="en-US"/>
              <a:t> </a:t>
            </a:r>
            <a:r>
              <a:rPr lang="en-US" err="1"/>
              <a:t>elit</a:t>
            </a:r>
            <a:endParaRPr lang="en-US"/>
          </a:p>
        </p:txBody>
      </p:sp>
      <p:sp>
        <p:nvSpPr>
          <p:cNvPr id="7" name="TextBox 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a:solidFill>
                  <a:schemeClr val="tx1"/>
                </a:solidFill>
                <a:latin typeface="+mn-lt"/>
                <a:ea typeface="Georgia" charset="0"/>
                <a:cs typeface="Georgia" charset="0"/>
              </a:rPr>
              <a:t>© 2020 Copyright Genpact. All Rights Reserved.</a:t>
            </a:r>
          </a:p>
        </p:txBody>
      </p:sp>
      <p:pic>
        <p:nvPicPr>
          <p:cNvPr id="9" name="Picture 2">
            <a:extLst>
              <a:ext uri="{FF2B5EF4-FFF2-40B4-BE49-F238E27FC236}">
                <a16:creationId xmlns:a16="http://schemas.microsoft.com/office/drawing/2014/main" id="{FAF602A9-DD3C-4252-85E0-54E035051C4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894219" y="6463445"/>
            <a:ext cx="838200" cy="30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501767"/>
      </p:ext>
    </p:extLst>
  </p:cSld>
  <p:clrMapOvr>
    <a:masterClrMapping/>
  </p:clrMapOvr>
  <p:extLst>
    <p:ext uri="{DCECCB84-F9BA-43D5-87BE-67443E8EF086}">
      <p15:sldGuideLst xmlns:p15="http://schemas.microsoft.com/office/powerpoint/2012/main">
        <p15:guide id="2" pos="288">
          <p15:clr>
            <a:srgbClr val="FBAE40"/>
          </p15:clr>
        </p15:guide>
        <p15:guide id="3" pos="7392">
          <p15:clr>
            <a:srgbClr val="FBAE40"/>
          </p15:clr>
        </p15:guide>
        <p15:guide id="5" orient="horz" pos="288">
          <p15:clr>
            <a:srgbClr val="FBAE40"/>
          </p15:clr>
        </p15:guide>
        <p15:guide id="6" orient="horz" pos="403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rotWithShape="1">
          <a:blip r:embed="rId23" cstate="email">
            <a:extLst>
              <a:ext uri="{28A0092B-C50C-407E-A947-70E740481C1C}">
                <a14:useLocalDpi xmlns:a14="http://schemas.microsoft.com/office/drawing/2010/main"/>
              </a:ext>
            </a:extLst>
          </a:blip>
          <a:srcRect/>
          <a:stretch/>
        </p:blipFill>
        <p:spPr bwMode="auto">
          <a:xfrm>
            <a:off x="0" y="1"/>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28423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ftr="0" dt="0"/>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1" y="407340"/>
            <a:ext cx="11277600" cy="11075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p:cNvSpPr/>
          <p:nvPr/>
        </p:nvSpPr>
        <p:spPr>
          <a:xfrm>
            <a:off x="777791" y="320235"/>
            <a:ext cx="1936380" cy="1229456"/>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p:cNvSpPr/>
          <p:nvPr/>
        </p:nvSpPr>
        <p:spPr>
          <a:xfrm>
            <a:off x="457201" y="909247"/>
            <a:ext cx="320590" cy="6121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p:cNvSpPr txBox="1"/>
          <p:nvPr/>
        </p:nvSpPr>
        <p:spPr>
          <a:xfrm>
            <a:off x="2727984" y="468946"/>
            <a:ext cx="3816334" cy="369332"/>
          </a:xfrm>
          <a:prstGeom prst="rect">
            <a:avLst/>
          </a:prstGeom>
          <a:noFill/>
        </p:spPr>
        <p:txBody>
          <a:bodyPr wrap="square" lIns="91440" tIns="45720" rIns="91440" bIns="45720" rtlCol="0" anchor="t">
            <a:spAutoFit/>
          </a:bodyPr>
          <a:lstStyle/>
          <a:p>
            <a:pPr>
              <a:defRPr/>
            </a:pPr>
            <a:r>
              <a:rPr lang="en-US" b="1" dirty="0">
                <a:solidFill>
                  <a:prstClr val="white"/>
                </a:solidFill>
                <a:latin typeface="Calibri" panose="020F0502020204030204"/>
                <a:ea typeface="Calibri"/>
                <a:cs typeface="Calibri"/>
              </a:rPr>
              <a:t>Chaitanya Sapra</a:t>
            </a:r>
            <a:endParaRPr lang="en-US" sz="1800" b="1" i="0" u="none" strike="noStrike" kern="1200" cap="none" spc="0" normalizeH="0" baseline="0" noProof="0" dirty="0">
              <a:ln>
                <a:noFill/>
              </a:ln>
              <a:solidFill>
                <a:prstClr val="white"/>
              </a:solidFill>
              <a:effectLst/>
              <a:uLnTx/>
              <a:uFillTx/>
              <a:latin typeface="Calibri" panose="020F0502020204030204"/>
              <a:ea typeface="Calibri"/>
              <a:cs typeface="Calibri"/>
            </a:endParaRPr>
          </a:p>
        </p:txBody>
      </p:sp>
      <p:cxnSp>
        <p:nvCxnSpPr>
          <p:cNvPr id="14" name="Straight Connector 13"/>
          <p:cNvCxnSpPr>
            <a:cxnSpLocks/>
          </p:cNvCxnSpPr>
          <p:nvPr/>
        </p:nvCxnSpPr>
        <p:spPr>
          <a:xfrm>
            <a:off x="3409899" y="2300763"/>
            <a:ext cx="0" cy="4557237"/>
          </a:xfrm>
          <a:prstGeom prst="line">
            <a:avLst/>
          </a:prstGeom>
          <a:ln>
            <a:solidFill>
              <a:schemeClr val="bg1">
                <a:lumMod val="50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0" name="Text Box 12"/>
          <p:cNvSpPr txBox="1">
            <a:spLocks noChangeArrowheads="1"/>
          </p:cNvSpPr>
          <p:nvPr/>
        </p:nvSpPr>
        <p:spPr bwMode="auto">
          <a:xfrm>
            <a:off x="338559" y="2482889"/>
            <a:ext cx="3062398" cy="741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numCol="1"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
                <a:srgbClr val="9FA1A4"/>
              </a:buClr>
              <a:buSzTx/>
              <a:buFontTx/>
              <a:buNone/>
              <a:tabLst/>
              <a:defRPr/>
            </a:pPr>
            <a:r>
              <a:rPr kumimoji="0" lang="en-GB" sz="1400" b="1" i="0" u="none" strike="noStrike" kern="1200" cap="none" spc="0" normalizeH="0" baseline="0" noProof="0" dirty="0">
                <a:ln>
                  <a:noFill/>
                </a:ln>
                <a:solidFill>
                  <a:srgbClr val="073262"/>
                </a:solidFill>
                <a:effectLst/>
                <a:uLnTx/>
                <a:uFillTx/>
                <a:latin typeface="Calibri" panose="020F0502020204030204"/>
                <a:ea typeface="ＭＳ Ｐゴシック"/>
                <a:cs typeface="+mn-cs"/>
              </a:rPr>
              <a:t>Industries and Domain</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a:solidFill>
                  <a:srgbClr val="073262"/>
                </a:solidFill>
                <a:latin typeface="Calibri" panose="020F0502020204030204"/>
                <a:ea typeface="ＭＳ Ｐゴシック"/>
                <a:cs typeface="Calibri"/>
              </a:rPr>
              <a:t>Computer Science &amp; Engineering</a:t>
            </a:r>
            <a:endParaRPr lang="en-US" altLang="en-US" sz="1100" dirty="0">
              <a:solidFill>
                <a:srgbClr val="073262"/>
              </a:solidFill>
              <a:latin typeface="Calibri" panose="020F0502020204030204"/>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a:solidFill>
                  <a:srgbClr val="073262"/>
                </a:solidFill>
                <a:latin typeface="Calibri" panose="020F0502020204030204"/>
                <a:ea typeface="ＭＳ Ｐゴシック"/>
                <a:cs typeface="Calibri"/>
              </a:rPr>
              <a:t>Artificial Intelligence &amp; Machine Learning </a:t>
            </a:r>
            <a:endParaRPr lang="en-US" altLang="en-US" sz="1100" dirty="0">
              <a:solidFill>
                <a:srgbClr val="073262"/>
              </a:solidFill>
              <a:latin typeface="Calibri" panose="020F0502020204030204"/>
              <a:ea typeface="ＭＳ Ｐゴシック"/>
              <a:cs typeface="Calibri"/>
            </a:endParaRPr>
          </a:p>
        </p:txBody>
      </p:sp>
      <p:sp>
        <p:nvSpPr>
          <p:cNvPr id="23" name="Snip Diagonal Corner Rectangle 22"/>
          <p:cNvSpPr/>
          <p:nvPr/>
        </p:nvSpPr>
        <p:spPr>
          <a:xfrm>
            <a:off x="9034769" y="402394"/>
            <a:ext cx="2700032" cy="1119333"/>
          </a:xfrm>
          <a:prstGeom prst="snip2DiagRect">
            <a:avLst>
              <a:gd name="adj1" fmla="val 50000"/>
              <a:gd name="adj2" fmla="val 0"/>
            </a:avLst>
          </a:pr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p:cNvSpPr/>
          <p:nvPr/>
        </p:nvSpPr>
        <p:spPr>
          <a:xfrm>
            <a:off x="2722812" y="843976"/>
            <a:ext cx="8894757" cy="612180"/>
          </a:xfrm>
          <a:prstGeom prst="rect">
            <a:avLst/>
          </a:prstGeom>
          <a:solidFill>
            <a:schemeClr val="bg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a:solidFill>
                  <a:prstClr val="white"/>
                </a:solidFill>
              </a:rPr>
              <a:t>Technical Consultant</a:t>
            </a:r>
            <a:endParaRPr lang="en-US">
              <a:solidFill>
                <a:prstClr val="white"/>
              </a:solidFill>
              <a:ea typeface="Calibri"/>
              <a:cs typeface="Calibri"/>
            </a:endParaRPr>
          </a:p>
        </p:txBody>
      </p:sp>
      <p:sp>
        <p:nvSpPr>
          <p:cNvPr id="62" name="TextBox 61">
            <a:extLst>
              <a:ext uri="{FF2B5EF4-FFF2-40B4-BE49-F238E27FC236}">
                <a16:creationId xmlns:a16="http://schemas.microsoft.com/office/drawing/2014/main" id="{F210E2B2-CC12-4123-8557-AAE166F9A2AE}"/>
              </a:ext>
            </a:extLst>
          </p:cNvPr>
          <p:cNvSpPr txBox="1"/>
          <p:nvPr/>
        </p:nvSpPr>
        <p:spPr>
          <a:xfrm>
            <a:off x="3676913" y="2497203"/>
            <a:ext cx="7918784" cy="4578176"/>
          </a:xfrm>
          <a:prstGeom prst="rect">
            <a:avLst/>
          </a:prstGeom>
          <a:noFill/>
        </p:spPr>
        <p:txBody>
          <a:bodyPr wrap="square" lIns="91440" tIns="45720" rIns="91440" bIns="45720" rtlCol="0" anchor="t">
            <a:spAutoFit/>
          </a:bodyPr>
          <a:lstStyle>
            <a:defPPr>
              <a:defRPr lang="en-US"/>
            </a:defPPr>
            <a:lvl1pPr>
              <a:defRPr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73262"/>
                </a:solidFill>
                <a:effectLst/>
                <a:uLnTx/>
                <a:uFillTx/>
                <a:latin typeface="Calibri" panose="020F0502020204030204"/>
                <a:ea typeface="+mn-ea"/>
                <a:cs typeface="+mn-cs"/>
              </a:rPr>
              <a:t>Experience Summary</a:t>
            </a:r>
          </a:p>
          <a:p>
            <a:pPr defTabSz="761130" fontAlgn="base">
              <a:buClr>
                <a:srgbClr val="9FA1A4"/>
              </a:buClr>
              <a:defRPr/>
            </a:pPr>
            <a:r>
              <a:rPr lang="en-US" sz="1200">
                <a:solidFill>
                  <a:srgbClr val="073262"/>
                </a:solidFill>
              </a:rPr>
              <a:t>Projects</a:t>
            </a:r>
            <a:endParaRPr lang="en-US" sz="1050" b="0">
              <a:solidFill>
                <a:srgbClr val="073262"/>
              </a:solidFill>
              <a:sym typeface="Calibri"/>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sym typeface="Calibri"/>
              </a:rPr>
              <a:t>Specialized in providing Fit-Gap analysis and implementing optimal Financial solution for specific client needs.</a:t>
            </a:r>
            <a:endParaRPr lang="en-US" sz="1050" b="0" dirty="0">
              <a:solidFill>
                <a:srgbClr val="073262"/>
              </a:solidFill>
              <a:ea typeface="Calibri" panose="020F0502020204030204"/>
              <a:cs typeface="Calibri" panose="020F0502020204030204"/>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Involved in Requirement gathering and Developed the Cloud based Planning and Budgeting solutions and implemented EPBCS solutions on with more than 500 concurrent users. </a:t>
            </a:r>
            <a:endParaRPr lang="en-US" sz="1050" b="0" dirty="0">
              <a:solidFill>
                <a:srgbClr val="073262"/>
              </a:solidFill>
              <a:ea typeface="Calibri" panose="020F0502020204030204"/>
              <a:cs typeface="Calibri" panose="020F0502020204030204"/>
            </a:endParaRPr>
          </a:p>
          <a:p>
            <a:pPr marL="171450" lvl="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Configure EPBCS modules with specific focus on Capital Planning, Revenue and Projects modules.</a:t>
            </a:r>
            <a:endParaRPr lang="en-US" sz="1050" b="0" dirty="0">
              <a:solidFill>
                <a:srgbClr val="073262"/>
              </a:solidFill>
              <a:ea typeface="Calibri" panose="020F0502020204030204"/>
              <a:cs typeface="Calibri" panose="020F0502020204030204"/>
            </a:endParaRPr>
          </a:p>
          <a:p>
            <a:pPr marL="171450" lvl="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Worked on EPBCS migration roadmap for the existing On-Premise environment.</a:t>
            </a:r>
            <a:endParaRPr lang="en-US" sz="1050" b="0" dirty="0">
              <a:solidFill>
                <a:srgbClr val="073262"/>
              </a:solidFill>
              <a:ea typeface="Calibri" panose="020F0502020204030204"/>
              <a:cs typeface="Calibri" panose="020F0502020204030204"/>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Have worked extensively on Data Management / Data Integration, Data Maps, Smart pushes in EPBCS. </a:t>
            </a:r>
            <a:endParaRPr lang="en-US" sz="1050" b="0" dirty="0">
              <a:solidFill>
                <a:srgbClr val="073262"/>
              </a:solidFill>
              <a:ea typeface="Calibri" panose="020F0502020204030204"/>
              <a:cs typeface="Calibri" panose="020F0502020204030204"/>
            </a:endParaRPr>
          </a:p>
          <a:p>
            <a:pPr marL="171450" lvl="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Automated all PBCS data and Metadata /data loads using Automic on top of EPM Automate.</a:t>
            </a:r>
            <a:endParaRPr lang="en-US" sz="1050" b="0" dirty="0">
              <a:solidFill>
                <a:srgbClr val="073262"/>
              </a:solidFill>
              <a:ea typeface="Calibri" panose="020F0502020204030204"/>
              <a:cs typeface="Calibri" panose="020F0502020204030204"/>
            </a:endParaRPr>
          </a:p>
          <a:p>
            <a:pPr marL="171450" lvl="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Design and Build access controls for all EPBCS application artifacts</a:t>
            </a:r>
            <a:endParaRPr lang="en-US" sz="1050" b="0" dirty="0">
              <a:solidFill>
                <a:srgbClr val="073262"/>
              </a:solidFill>
              <a:ea typeface="Calibri" panose="020F0502020204030204"/>
              <a:cs typeface="Calibri" panose="020F0502020204030204"/>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Identify, triage and resolve defects for quick stabilization of applications built using Planning and Essbase and EPBCS.</a:t>
            </a:r>
            <a:endParaRPr lang="en-US" sz="1050" b="0" dirty="0">
              <a:solidFill>
                <a:srgbClr val="073262"/>
              </a:solidFill>
              <a:ea typeface="Calibri" panose="020F0502020204030204"/>
              <a:cs typeface="Calibri" panose="020F0502020204030204"/>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dirty="0">
                <a:solidFill>
                  <a:srgbClr val="073262"/>
                </a:solidFill>
              </a:rPr>
              <a:t>Acquired a broad understanding of database calculations such as implementing formulas on dimension members, order of calculations in terms of dense and sparse dimensions, dynamic calculations, and developing calculation scripts and Business Rules.</a:t>
            </a:r>
            <a:endParaRPr lang="en-US" sz="1050" b="0" dirty="0">
              <a:solidFill>
                <a:srgbClr val="073262"/>
              </a:solidFill>
              <a:ea typeface="Calibri" panose="020F0502020204030204"/>
              <a:cs typeface="Calibri" panose="020F0502020204030204"/>
            </a:endParaRPr>
          </a:p>
          <a:p>
            <a:pPr marL="171450" indent="-171450">
              <a:spcBef>
                <a:spcPts val="300"/>
              </a:spcBef>
              <a:buClr>
                <a:schemeClr val="accent1">
                  <a:lumMod val="75000"/>
                </a:schemeClr>
              </a:buClr>
              <a:buSzPts val="1000"/>
              <a:buFont typeface="Wingdings" panose="05000000000000000000" pitchFamily="2" charset="2"/>
              <a:buChar char="§"/>
            </a:pPr>
            <a:r>
              <a:rPr lang="en-US" sz="1050" b="0">
                <a:solidFill>
                  <a:srgbClr val="073262"/>
                </a:solidFill>
              </a:rPr>
              <a:t>Project management and resource planning ,Mentoring new hires, conducting KT sessions and End- user trainings.</a:t>
            </a:r>
            <a:endParaRPr lang="en-US" sz="1050" b="0">
              <a:solidFill>
                <a:srgbClr val="073262"/>
              </a:solidFill>
              <a:ea typeface="Calibri" panose="020F0502020204030204"/>
              <a:cs typeface="Calibri" panose="020F0502020204030204"/>
            </a:endParaRPr>
          </a:p>
          <a:p>
            <a:pPr>
              <a:defRPr/>
            </a:pPr>
            <a:r>
              <a:rPr lang="en-US" sz="1200">
                <a:solidFill>
                  <a:srgbClr val="073262"/>
                </a:solidFill>
              </a:rPr>
              <a:t>Functional Competencies</a:t>
            </a:r>
            <a:endParaRPr lang="en-US" sz="1200">
              <a:solidFill>
                <a:srgbClr val="073262"/>
              </a:solidFill>
              <a:ea typeface="Calibri"/>
              <a:cs typeface="Calibri"/>
            </a:endParaRPr>
          </a:p>
          <a:p>
            <a:pPr marL="171450" indent="-171450">
              <a:buFont typeface="Arial,Sans-Serif" panose="020B0604020202020204" pitchFamily="34" charset="0"/>
              <a:buChar char="•"/>
              <a:defRPr/>
            </a:pPr>
            <a:r>
              <a:rPr lang="en-US" sz="1100" b="0" dirty="0">
                <a:solidFill>
                  <a:srgbClr val="073262"/>
                </a:solidFill>
                <a:ea typeface="Calibri"/>
                <a:cs typeface="Calibri"/>
              </a:rPr>
              <a:t>Interacting with customers/Business users if the Data Warehouse to gather requirements , perform analysis of requirements, conduct systems study and provide inputs for project scope documentation.</a:t>
            </a:r>
          </a:p>
          <a:p>
            <a:pPr marL="171450" indent="-171450">
              <a:buFont typeface="Arial" panose="020B0604020202020204" pitchFamily="34" charset="0"/>
              <a:buChar char="•"/>
              <a:defRPr/>
            </a:pPr>
            <a:r>
              <a:rPr lang="en-US" sz="1050" b="0" dirty="0">
                <a:solidFill>
                  <a:srgbClr val="073262"/>
                </a:solidFill>
                <a:ea typeface="Calibri"/>
                <a:cs typeface="Calibri"/>
              </a:rPr>
              <a:t>Participate </a:t>
            </a:r>
            <a:r>
              <a:rPr lang="en-US" sz="1050" b="0" dirty="0">
                <a:solidFill>
                  <a:srgbClr val="073262"/>
                </a:solidFill>
                <a:ea typeface="+mn-lt"/>
                <a:cs typeface="+mn-lt"/>
              </a:rPr>
              <a:t>in the estimation of work product; Work with technical teams to provide software solutions involving finalization of product specifications and selection of appropriate techniques.</a:t>
            </a:r>
          </a:p>
          <a:p>
            <a:pPr marL="171450" indent="-171450">
              <a:buFont typeface="Arial" panose="020B0604020202020204" pitchFamily="34" charset="0"/>
              <a:buChar char="•"/>
              <a:defRPr/>
            </a:pPr>
            <a:r>
              <a:rPr lang="en-US" sz="1050" b="0">
                <a:solidFill>
                  <a:srgbClr val="073262"/>
                </a:solidFill>
                <a:ea typeface="+mn-lt"/>
                <a:cs typeface="+mn-lt"/>
              </a:rPr>
              <a:t>Delivering and implementing the project as per scheduled milestones; extending post-implementation and maintenance support as per client- contractual norms.</a:t>
            </a:r>
          </a:p>
          <a:p>
            <a:pPr>
              <a:buFont typeface="Arial" panose="020B0604020202020204" pitchFamily="34" charset="0"/>
              <a:defRPr/>
            </a:pPr>
            <a:endParaRPr lang="en-US" sz="1050" b="0" i="0" u="none" strike="noStrike" kern="1200" cap="none" spc="0" normalizeH="0" baseline="0" noProof="0" dirty="0">
              <a:ln>
                <a:noFill/>
              </a:ln>
              <a:solidFill>
                <a:srgbClr val="073262"/>
              </a:solidFill>
              <a:effectLst/>
              <a:uLnTx/>
              <a:uFillTx/>
              <a:latin typeface="Calibri" panose="020F0502020204030204"/>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u="none" strike="noStrike" kern="1200" cap="none" spc="0" normalizeH="0" baseline="0" noProof="0">
              <a:ln>
                <a:noFill/>
              </a:ln>
              <a:solidFill>
                <a:srgbClr val="073262"/>
              </a:solidFill>
              <a:effectLst/>
              <a:uLnTx/>
              <a:uFillTx/>
              <a:latin typeface="Calibri" panose="020F0502020204030204"/>
              <a:ea typeface="Calibri"/>
              <a:cs typeface="Calibri"/>
            </a:endParaRPr>
          </a:p>
          <a:p>
            <a:pPr>
              <a:defRPr/>
            </a:pPr>
            <a:endParaRPr lang="en-US" sz="1400">
              <a:solidFill>
                <a:srgbClr val="073262"/>
              </a:solidFill>
              <a:latin typeface="Calibri" panose="020F0502020204030204"/>
              <a:ea typeface="Calibri"/>
              <a:cs typeface="Calibri"/>
            </a:endParaRPr>
          </a:p>
        </p:txBody>
      </p:sp>
      <p:sp>
        <p:nvSpPr>
          <p:cNvPr id="63" name="Oval 62">
            <a:extLst>
              <a:ext uri="{FF2B5EF4-FFF2-40B4-BE49-F238E27FC236}">
                <a16:creationId xmlns:a16="http://schemas.microsoft.com/office/drawing/2014/main" id="{6E400936-0AF8-4073-A60D-888932F9E10F}"/>
              </a:ext>
            </a:extLst>
          </p:cNvPr>
          <p:cNvSpPr/>
          <p:nvPr/>
        </p:nvSpPr>
        <p:spPr>
          <a:xfrm>
            <a:off x="3590365" y="2352745"/>
            <a:ext cx="137160" cy="1371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4" name="Straight Connector 63">
            <a:extLst>
              <a:ext uri="{FF2B5EF4-FFF2-40B4-BE49-F238E27FC236}">
                <a16:creationId xmlns:a16="http://schemas.microsoft.com/office/drawing/2014/main" id="{C7623744-58E2-4541-A0D5-D2FD801DFBE1}"/>
              </a:ext>
            </a:extLst>
          </p:cNvPr>
          <p:cNvCxnSpPr/>
          <p:nvPr/>
        </p:nvCxnSpPr>
        <p:spPr>
          <a:xfrm>
            <a:off x="3491979" y="2284618"/>
            <a:ext cx="8097271" cy="0"/>
          </a:xfrm>
          <a:prstGeom prst="line">
            <a:avLst/>
          </a:prstGeom>
          <a:ln>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035379A5-0DC4-4E40-BC04-F24BE0A4EBB8}"/>
              </a:ext>
            </a:extLst>
          </p:cNvPr>
          <p:cNvSpPr>
            <a:spLocks noChangeArrowheads="1"/>
          </p:cNvSpPr>
          <p:nvPr/>
        </p:nvSpPr>
        <p:spPr bwMode="auto">
          <a:xfrm>
            <a:off x="3532650" y="2647950"/>
            <a:ext cx="8202150" cy="4210050"/>
          </a:xfrm>
          <a:prstGeom prst="rect">
            <a:avLst/>
          </a:prstGeom>
          <a:noFill/>
          <a:ln>
            <a:noFill/>
          </a:ln>
          <a:effectLst/>
        </p:spPr>
        <p:txBody>
          <a:bodyPr wrap="square" numCol="2" spcCol="182880">
            <a:noAutofit/>
          </a:bodyPr>
          <a:lstStyle/>
          <a:p>
            <a:pPr marL="0" lvl="1" eaLnBrk="0" hangingPunct="0">
              <a:buClr>
                <a:srgbClr val="10548C"/>
              </a:buClr>
              <a:defRPr/>
            </a:pPr>
            <a:endParaRPr lang="en-US" sz="1200">
              <a:solidFill>
                <a:srgbClr val="073262"/>
              </a:solidFill>
              <a:latin typeface="Calibri" panose="020F0502020204030204"/>
            </a:endParaRPr>
          </a:p>
        </p:txBody>
      </p:sp>
      <p:sp>
        <p:nvSpPr>
          <p:cNvPr id="68" name="Rectangle 67">
            <a:extLst>
              <a:ext uri="{FF2B5EF4-FFF2-40B4-BE49-F238E27FC236}">
                <a16:creationId xmlns:a16="http://schemas.microsoft.com/office/drawing/2014/main" id="{F3CAA870-E53B-4894-A38F-81E8FD1D51E4}"/>
              </a:ext>
            </a:extLst>
          </p:cNvPr>
          <p:cNvSpPr/>
          <p:nvPr/>
        </p:nvSpPr>
        <p:spPr>
          <a:xfrm>
            <a:off x="455565" y="1536165"/>
            <a:ext cx="11105135" cy="830997"/>
          </a:xfrm>
          <a:prstGeom prst="rect">
            <a:avLst/>
          </a:prstGeom>
          <a:solidFill>
            <a:schemeClr val="bg1"/>
          </a:solidFill>
          <a:ln>
            <a:noFill/>
          </a:ln>
        </p:spPr>
        <p:txBody>
          <a:bodyPr wrap="square" lIns="91440" tIns="45720" rIns="91440" bIns="45720" anchor="t">
            <a:spAutoFit/>
          </a:bodyPr>
          <a:lstStyle/>
          <a:p>
            <a:pPr algn="just">
              <a:defRPr/>
            </a:pPr>
            <a:r>
              <a:rPr lang="en-US" sz="1200" i="1">
                <a:solidFill>
                  <a:srgbClr val="414141"/>
                </a:solidFill>
              </a:rPr>
              <a:t>Chaitanya is a highly</a:t>
            </a:r>
            <a:r>
              <a:rPr lang="en-US" sz="1200" i="1">
                <a:solidFill>
                  <a:srgbClr val="414141"/>
                </a:solidFill>
                <a:ea typeface="+mn-lt"/>
                <a:cs typeface="+mn-lt"/>
              </a:rPr>
              <a:t> driven tech enthusiast with a versatile skill set and a strong foundation in Machine Learning, MySQL, Java Spring Boot, and Web Development. He has hands-on experience building AI-powered projects and developing end-to-end web solutions, contributing to multiple projects across domains. He is passionate about learning, technology, and innovative problem-solving, and is eager</a:t>
            </a:r>
            <a:r>
              <a:rPr lang="en-US" sz="1200" i="1">
                <a:solidFill>
                  <a:srgbClr val="414141"/>
                </a:solidFill>
              </a:rPr>
              <a:t> to apply his knowledge to real-world challenges </a:t>
            </a:r>
            <a:r>
              <a:rPr lang="en-US" sz="1200" i="1">
                <a:solidFill>
                  <a:srgbClr val="414141"/>
                </a:solidFill>
                <a:ea typeface="+mn-lt"/>
                <a:cs typeface="+mn-lt"/>
              </a:rPr>
              <a:t>to </a:t>
            </a:r>
            <a:r>
              <a:rPr lang="en-US" sz="1200" i="1">
                <a:solidFill>
                  <a:srgbClr val="414141"/>
                </a:solidFill>
              </a:rPr>
              <a:t>drive meaningful change. He also has exposure to multi-layered application architectures, data processing and analysis, and the implementation of intelligent automation solutions</a:t>
            </a:r>
            <a:r>
              <a:rPr lang="en-US" sz="1200" i="1">
                <a:solidFill>
                  <a:srgbClr val="414141"/>
                </a:solidFill>
                <a:ea typeface="+mn-lt"/>
                <a:cs typeface="+mn-lt"/>
              </a:rPr>
              <a:t>.</a:t>
            </a:r>
            <a:endParaRPr lang="en-US">
              <a:ea typeface="Calibri" panose="020F0502020204030204"/>
              <a:cs typeface="Calibri" panose="020F0502020204030204"/>
            </a:endParaRPr>
          </a:p>
        </p:txBody>
      </p:sp>
      <p:cxnSp>
        <p:nvCxnSpPr>
          <p:cNvPr id="24" name="Straight Connector 23">
            <a:extLst>
              <a:ext uri="{FF2B5EF4-FFF2-40B4-BE49-F238E27FC236}">
                <a16:creationId xmlns:a16="http://schemas.microsoft.com/office/drawing/2014/main" id="{EA640190-A8E9-4E0D-BD24-2F4D5316B864}"/>
              </a:ext>
            </a:extLst>
          </p:cNvPr>
          <p:cNvCxnSpPr>
            <a:cxnSpLocks/>
          </p:cNvCxnSpPr>
          <p:nvPr/>
        </p:nvCxnSpPr>
        <p:spPr>
          <a:xfrm>
            <a:off x="343511" y="3293057"/>
            <a:ext cx="2884483" cy="21323"/>
          </a:xfrm>
          <a:prstGeom prst="line">
            <a:avLst/>
          </a:prstGeom>
          <a:ln>
            <a:solidFill>
              <a:schemeClr val="bg1">
                <a:lumMod val="50000"/>
              </a:schemeClr>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0AE0835-90FA-42E9-9D1A-5E841B867DE4}"/>
              </a:ext>
            </a:extLst>
          </p:cNvPr>
          <p:cNvCxnSpPr>
            <a:cxnSpLocks/>
          </p:cNvCxnSpPr>
          <p:nvPr/>
        </p:nvCxnSpPr>
        <p:spPr>
          <a:xfrm>
            <a:off x="346364" y="5107679"/>
            <a:ext cx="2892562" cy="3635"/>
          </a:xfrm>
          <a:prstGeom prst="line">
            <a:avLst/>
          </a:prstGeom>
          <a:ln>
            <a:solidFill>
              <a:schemeClr val="bg1">
                <a:lumMod val="50000"/>
              </a:schemeClr>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 Box 12">
            <a:extLst>
              <a:ext uri="{FF2B5EF4-FFF2-40B4-BE49-F238E27FC236}">
                <a16:creationId xmlns:a16="http://schemas.microsoft.com/office/drawing/2014/main" id="{344624AE-9802-425C-8D53-796D9034301D}"/>
              </a:ext>
            </a:extLst>
          </p:cNvPr>
          <p:cNvSpPr txBox="1">
            <a:spLocks noChangeArrowheads="1"/>
          </p:cNvSpPr>
          <p:nvPr/>
        </p:nvSpPr>
        <p:spPr bwMode="auto">
          <a:xfrm>
            <a:off x="350994" y="5177515"/>
            <a:ext cx="2884749" cy="106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
                <a:srgbClr val="9FA1A4"/>
              </a:buClr>
              <a:buSzTx/>
              <a:buFontTx/>
              <a:buNone/>
              <a:tabLst/>
              <a:defRPr/>
            </a:pPr>
            <a:r>
              <a:rPr kumimoji="0" lang="en-GB" sz="1400" b="1" i="0" u="none" strike="noStrike" kern="1200" cap="none" spc="0" normalizeH="0" baseline="0" noProof="0" dirty="0">
                <a:ln>
                  <a:noFill/>
                </a:ln>
                <a:solidFill>
                  <a:srgbClr val="073262"/>
                </a:solidFill>
                <a:effectLst/>
                <a:uLnTx/>
                <a:uFillTx/>
                <a:latin typeface="Calibri" panose="020F0502020204030204"/>
                <a:ea typeface="ＭＳ Ｐゴシック"/>
                <a:cs typeface="+mn-cs"/>
              </a:rPr>
              <a:t>Education and Certifications</a:t>
            </a:r>
          </a:p>
          <a:p>
            <a:pPr marL="117475" indent="-117475" fontAlgn="base">
              <a:spcBef>
                <a:spcPts val="100"/>
              </a:spcBef>
              <a:spcAft>
                <a:spcPts val="100"/>
              </a:spcAft>
              <a:buClr>
                <a:srgbClr val="FFC72C"/>
              </a:buClr>
              <a:buSzPct val="80000"/>
              <a:buFont typeface="Wingdings" panose="05000000000000000000" pitchFamily="2" charset="2"/>
              <a:buChar char="l"/>
              <a:defRPr/>
            </a:pPr>
            <a:r>
              <a:rPr lang="en-GB" sz="1100" dirty="0">
                <a:solidFill>
                  <a:srgbClr val="073262"/>
                </a:solidFill>
                <a:latin typeface="Calibri" panose="020F0502020204030204"/>
                <a:ea typeface="ＭＳ Ｐゴシック"/>
                <a:cs typeface="Calibri"/>
              </a:rPr>
              <a:t>B.E in Computer Science &amp; Engineering (AI Specialization) - Chitkara University</a:t>
            </a:r>
          </a:p>
          <a:p>
            <a:pPr marL="117475" indent="-117475">
              <a:spcBef>
                <a:spcPts val="100"/>
              </a:spcBef>
              <a:spcAft>
                <a:spcPts val="100"/>
              </a:spcAft>
              <a:buClr>
                <a:srgbClr val="FFC72C"/>
              </a:buClr>
              <a:buSzPct val="80000"/>
              <a:buFont typeface="Wingdings" panose="05000000000000000000" pitchFamily="2" charset="2"/>
              <a:buChar char="l"/>
              <a:defRPr/>
            </a:pPr>
            <a:r>
              <a:rPr lang="en-GB" sz="1100">
                <a:solidFill>
                  <a:srgbClr val="073262"/>
                </a:solidFill>
                <a:latin typeface="Calibri" panose="020F0502020204030204"/>
                <a:ea typeface="ＭＳ Ｐゴシック"/>
                <a:cs typeface="Calibri"/>
              </a:rPr>
              <a:t>Business Intelligence (BI) Essentials - IBM</a:t>
            </a:r>
          </a:p>
          <a:p>
            <a:pPr marL="117475" indent="-117475">
              <a:spcBef>
                <a:spcPts val="100"/>
              </a:spcBef>
              <a:spcAft>
                <a:spcPts val="100"/>
              </a:spcAft>
              <a:buClr>
                <a:srgbClr val="FFC72C"/>
              </a:buClr>
              <a:buSzPct val="80000"/>
              <a:buFont typeface="Wingdings" panose="05000000000000000000" pitchFamily="2" charset="2"/>
              <a:buChar char="l"/>
              <a:defRPr/>
            </a:pPr>
            <a:r>
              <a:rPr lang="en-GB" sz="1100">
                <a:solidFill>
                  <a:srgbClr val="073262"/>
                </a:solidFill>
                <a:latin typeface="Calibri" panose="020F0502020204030204"/>
                <a:ea typeface="ＭＳ Ｐゴシック"/>
                <a:cs typeface="Calibri"/>
              </a:rPr>
              <a:t>Generative AI for Business Intelligence Analysts - IBM</a:t>
            </a:r>
            <a:endParaRPr lang="en-GB" sz="1100" dirty="0">
              <a:solidFill>
                <a:srgbClr val="073262"/>
              </a:solidFill>
              <a:latin typeface="Calibri" panose="020F0502020204030204"/>
              <a:ea typeface="ＭＳ Ｐゴシック"/>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endParaRPr lang="en-GB" sz="1100" dirty="0">
              <a:solidFill>
                <a:srgbClr val="073262"/>
              </a:solidFill>
              <a:latin typeface="Calibri" panose="020F0502020204030204"/>
              <a:ea typeface="ＭＳ Ｐゴシック"/>
              <a:cs typeface="Calibri"/>
            </a:endParaRPr>
          </a:p>
        </p:txBody>
      </p:sp>
      <p:sp>
        <p:nvSpPr>
          <p:cNvPr id="22" name="Text Box 12">
            <a:extLst>
              <a:ext uri="{FF2B5EF4-FFF2-40B4-BE49-F238E27FC236}">
                <a16:creationId xmlns:a16="http://schemas.microsoft.com/office/drawing/2014/main" id="{EAF7BD03-A488-4C83-ADA2-9E15338320AF}"/>
              </a:ext>
            </a:extLst>
          </p:cNvPr>
          <p:cNvSpPr txBox="1">
            <a:spLocks noChangeArrowheads="1"/>
          </p:cNvSpPr>
          <p:nvPr/>
        </p:nvSpPr>
        <p:spPr bwMode="auto">
          <a:xfrm>
            <a:off x="410391" y="6375922"/>
            <a:ext cx="1391227" cy="22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eaLnBrk="1" fontAlgn="base" hangingPunct="1">
              <a:spcBef>
                <a:spcPct val="0"/>
              </a:spcBef>
              <a:spcAft>
                <a:spcPct val="0"/>
              </a:spcAft>
              <a:buClr>
                <a:srgbClr val="9FA1A4"/>
              </a:buClr>
              <a:defRPr/>
            </a:pPr>
            <a:r>
              <a:rPr lang="en-US" sz="1200">
                <a:solidFill>
                  <a:srgbClr val="073262"/>
                </a:solidFill>
                <a:latin typeface="Calibri" panose="020F0502020204030204"/>
                <a:ea typeface="ＭＳ Ｐゴシック"/>
              </a:rPr>
              <a:t>Location: Bangalore</a:t>
            </a:r>
            <a:endParaRPr lang="en-US" sz="1200">
              <a:solidFill>
                <a:srgbClr val="073262"/>
              </a:solidFill>
              <a:latin typeface="Calibri" panose="020F0502020204030204"/>
              <a:cs typeface="Calibri"/>
            </a:endParaRPr>
          </a:p>
          <a:p>
            <a:pPr marL="0" marR="0" lvl="0" indent="0" algn="l" defTabSz="914400" rtl="0" eaLnBrk="1" fontAlgn="base" latinLnBrk="0" hangingPunct="1">
              <a:lnSpc>
                <a:spcPct val="100000"/>
              </a:lnSpc>
              <a:spcBef>
                <a:spcPct val="0"/>
              </a:spcBef>
              <a:spcAft>
                <a:spcPct val="0"/>
              </a:spcAft>
              <a:buClr>
                <a:srgbClr val="9FA1A4"/>
              </a:buClr>
              <a:buSzTx/>
              <a:buFontTx/>
              <a:buNone/>
              <a:tabLst/>
              <a:defRPr/>
            </a:pPr>
            <a:endParaRPr kumimoji="0" lang="en-US" sz="1000" b="0" i="0" u="none" strike="noStrike" kern="1200" cap="none" spc="0" normalizeH="0" baseline="0" noProof="0">
              <a:ln>
                <a:noFill/>
              </a:ln>
              <a:solidFill>
                <a:srgbClr val="073262"/>
              </a:solidFill>
              <a:effectLst/>
              <a:uLnTx/>
              <a:uFillTx/>
              <a:latin typeface="Calibri" panose="020F0502020204030204"/>
              <a:ea typeface="ＭＳ Ｐゴシック"/>
              <a:cs typeface="+mn-cs"/>
            </a:endParaRPr>
          </a:p>
          <a:p>
            <a:pPr marL="171450" marR="0" lvl="0" indent="-171450" algn="l" defTabSz="914400" rtl="0" eaLnBrk="0" fontAlgn="auto" latinLnBrk="0" hangingPunct="0">
              <a:lnSpc>
                <a:spcPct val="100000"/>
              </a:lnSpc>
              <a:spcBef>
                <a:spcPts val="0"/>
              </a:spcBef>
              <a:spcAft>
                <a:spcPts val="0"/>
              </a:spcAft>
              <a:buClr>
                <a:srgbClr val="FF555F"/>
              </a:buClr>
              <a:buSzTx/>
              <a:buFont typeface="Wingdings" panose="05000000000000000000" pitchFamily="2" charset="2"/>
              <a:buChar char="§"/>
              <a:tabLst/>
              <a:defRPr/>
            </a:pPr>
            <a:endParaRPr kumimoji="0" lang="en-US" sz="1000" b="0" i="0" u="none" strike="noStrike" kern="1200" cap="none" spc="0" normalizeH="0" baseline="0" noProof="0">
              <a:ln>
                <a:noFill/>
              </a:ln>
              <a:solidFill>
                <a:srgbClr val="073262"/>
              </a:solidFill>
              <a:effectLst/>
              <a:uLnTx/>
              <a:uFillTx/>
              <a:latin typeface="Calibri" panose="020F0502020204030204"/>
              <a:ea typeface="ＭＳ Ｐゴシック"/>
              <a:cs typeface="+mn-cs"/>
            </a:endParaRPr>
          </a:p>
        </p:txBody>
      </p:sp>
      <p:cxnSp>
        <p:nvCxnSpPr>
          <p:cNvPr id="33" name="Straight Connector 32">
            <a:extLst>
              <a:ext uri="{FF2B5EF4-FFF2-40B4-BE49-F238E27FC236}">
                <a16:creationId xmlns:a16="http://schemas.microsoft.com/office/drawing/2014/main" id="{448A94C6-A081-416D-ABCE-6FFF241AE7C0}"/>
              </a:ext>
            </a:extLst>
          </p:cNvPr>
          <p:cNvCxnSpPr>
            <a:cxnSpLocks/>
          </p:cNvCxnSpPr>
          <p:nvPr/>
        </p:nvCxnSpPr>
        <p:spPr>
          <a:xfrm>
            <a:off x="3741213" y="2421829"/>
            <a:ext cx="8086675" cy="4781"/>
          </a:xfrm>
          <a:prstGeom prst="line">
            <a:avLst/>
          </a:prstGeom>
          <a:ln>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6" name="Picture 5" descr="A person smiling for a picture&#10;&#10;AI-generated content may be incorrect.">
            <a:extLst>
              <a:ext uri="{FF2B5EF4-FFF2-40B4-BE49-F238E27FC236}">
                <a16:creationId xmlns:a16="http://schemas.microsoft.com/office/drawing/2014/main" id="{4AB3CEE3-0B8D-36B6-0907-9910FC881D37}"/>
              </a:ext>
            </a:extLst>
          </p:cNvPr>
          <p:cNvPicPr>
            <a:picLocks noChangeAspect="1"/>
          </p:cNvPicPr>
          <p:nvPr/>
        </p:nvPicPr>
        <p:blipFill>
          <a:blip r:embed="rId3"/>
          <a:stretch>
            <a:fillRect/>
          </a:stretch>
        </p:blipFill>
        <p:spPr>
          <a:xfrm>
            <a:off x="969030" y="373431"/>
            <a:ext cx="1199590" cy="1180544"/>
          </a:xfrm>
          <a:prstGeom prst="rect">
            <a:avLst/>
          </a:prstGeom>
        </p:spPr>
      </p:pic>
      <p:sp>
        <p:nvSpPr>
          <p:cNvPr id="3" name="Text Box 12">
            <a:extLst>
              <a:ext uri="{FF2B5EF4-FFF2-40B4-BE49-F238E27FC236}">
                <a16:creationId xmlns:a16="http://schemas.microsoft.com/office/drawing/2014/main" id="{500C729A-9809-F06C-F736-A5B966523D44}"/>
              </a:ext>
            </a:extLst>
          </p:cNvPr>
          <p:cNvSpPr txBox="1">
            <a:spLocks noChangeArrowheads="1"/>
          </p:cNvSpPr>
          <p:nvPr/>
        </p:nvSpPr>
        <p:spPr bwMode="auto">
          <a:xfrm>
            <a:off x="349766" y="3424182"/>
            <a:ext cx="3107220" cy="1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numCol="1" anchor="t"/>
          <a:lstStyle>
            <a:lvl1pPr eaLnBrk="0" hangingPunct="0">
              <a:defRPr sz="1400" b="1">
                <a:solidFill>
                  <a:schemeClr val="tx1"/>
                </a:solidFill>
                <a:latin typeface="Arial" charset="0"/>
                <a:ea typeface="ＭＳ Ｐゴシック" pitchFamily="34" charset="-128"/>
              </a:defRPr>
            </a:lvl1pPr>
            <a:lvl2pPr marL="742950" indent="-285750" eaLnBrk="0" hangingPunct="0">
              <a:defRPr sz="1400" b="1">
                <a:solidFill>
                  <a:schemeClr val="tx1"/>
                </a:solidFill>
                <a:latin typeface="Arial" charset="0"/>
                <a:ea typeface="ＭＳ Ｐゴシック" pitchFamily="34" charset="-128"/>
              </a:defRPr>
            </a:lvl2pPr>
            <a:lvl3pPr marL="1143000" indent="-228600" eaLnBrk="0" hangingPunct="0">
              <a:defRPr sz="1400" b="1">
                <a:solidFill>
                  <a:schemeClr val="tx1"/>
                </a:solidFill>
                <a:latin typeface="Arial" charset="0"/>
                <a:ea typeface="ＭＳ Ｐゴシック" pitchFamily="34" charset="-128"/>
              </a:defRPr>
            </a:lvl3pPr>
            <a:lvl4pPr marL="1600200" indent="-228600" eaLnBrk="0" hangingPunct="0">
              <a:defRPr sz="1400" b="1">
                <a:solidFill>
                  <a:schemeClr val="tx1"/>
                </a:solidFill>
                <a:latin typeface="Arial" charset="0"/>
                <a:ea typeface="ＭＳ Ｐゴシック" pitchFamily="34" charset="-128"/>
              </a:defRPr>
            </a:lvl4pPr>
            <a:lvl5pPr marL="2057400" indent="-228600" eaLnBrk="0" hangingPunct="0">
              <a:defRPr sz="14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buClr>
                <a:schemeClr val="hlink"/>
              </a:buClr>
              <a:buFont typeface="Wingdings" pitchFamily="2" charset="2"/>
              <a:defRPr sz="1400" b="1">
                <a:solidFill>
                  <a:schemeClr val="tx1"/>
                </a:solidFill>
                <a:latin typeface="Arial" charset="0"/>
                <a:ea typeface="ＭＳ Ｐゴシック" pitchFamily="34" charset="-128"/>
              </a:defRPr>
            </a:lvl9pPr>
          </a:lstStyle>
          <a:p>
            <a:pPr eaLnBrk="1" fontAlgn="base" hangingPunct="1">
              <a:spcBef>
                <a:spcPct val="0"/>
              </a:spcBef>
              <a:spcAft>
                <a:spcPct val="0"/>
              </a:spcAft>
              <a:buClr>
                <a:srgbClr val="9FA1A4"/>
              </a:buClr>
              <a:defRPr/>
            </a:pPr>
            <a:r>
              <a:rPr lang="en-GB">
                <a:solidFill>
                  <a:srgbClr val="073262"/>
                </a:solidFill>
                <a:latin typeface="Calibri" panose="020F0502020204030204"/>
                <a:ea typeface="Calibri"/>
              </a:rPr>
              <a:t>Technical</a:t>
            </a:r>
            <a:r>
              <a:rPr lang="en-GB" dirty="0">
                <a:solidFill>
                  <a:srgbClr val="073262"/>
                </a:solidFill>
                <a:latin typeface="Calibri" panose="020F0502020204030204"/>
                <a:ea typeface="Calibri"/>
              </a:rPr>
              <a:t> Skills</a:t>
            </a:r>
            <a:endParaRPr lang="en-GB" sz="1400" i="0" u="none" strike="noStrike" kern="1200" cap="none" spc="0" normalizeH="0" baseline="0" noProof="0">
              <a:ln>
                <a:noFill/>
              </a:ln>
              <a:solidFill>
                <a:srgbClr val="073262"/>
              </a:solidFill>
              <a:effectLst/>
              <a:uLnTx/>
              <a:uFillTx/>
              <a:latin typeface="Calibri" panose="020F0502020204030204"/>
              <a:ea typeface="ＭＳ Ｐゴシック"/>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rPr>
              <a:t>Java (Spring Boot),</a:t>
            </a:r>
            <a:endParaRPr lang="en-US" altLang="en-US" sz="1100">
              <a:solidFill>
                <a:srgbClr val="073262"/>
              </a:solidFill>
              <a:latin typeface="Calibri" panose="020F0502020204030204"/>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cs typeface="Calibri"/>
              </a:rPr>
              <a:t>MySQl</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cs typeface="Calibri"/>
              </a:rPr>
              <a:t>ML and AI</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cs typeface="Calibri"/>
              </a:rPr>
              <a:t>HTML, CSS and Java Script</a:t>
            </a:r>
            <a:endParaRPr lang="en-US" altLang="en-US" sz="1100">
              <a:solidFill>
                <a:srgbClr val="073262"/>
              </a:solidFill>
              <a:latin typeface="Calibri" panose="020F0502020204030204"/>
              <a:cs typeface="Calibri"/>
            </a:endParaRP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cs typeface="Calibri"/>
              </a:rPr>
              <a:t>Git</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dirty="0">
                <a:solidFill>
                  <a:srgbClr val="073262"/>
                </a:solidFill>
                <a:latin typeface="Calibri" panose="020F0502020204030204"/>
                <a:ea typeface="ＭＳ Ｐゴシック"/>
                <a:cs typeface="Calibri"/>
              </a:rPr>
              <a:t>Data Science</a:t>
            </a:r>
          </a:p>
          <a:p>
            <a:pPr marL="117475" indent="-117475">
              <a:spcBef>
                <a:spcPts val="100"/>
              </a:spcBef>
              <a:spcAft>
                <a:spcPts val="100"/>
              </a:spcAft>
              <a:buClr>
                <a:srgbClr val="FFC72C"/>
              </a:buClr>
              <a:buSzPct val="80000"/>
              <a:buFont typeface="Wingdings" panose="05000000000000000000" pitchFamily="2" charset="2"/>
              <a:buChar char="l"/>
              <a:defRPr/>
            </a:pPr>
            <a:r>
              <a:rPr lang="en-US" altLang="en-US" sz="1100">
                <a:solidFill>
                  <a:srgbClr val="073262"/>
                </a:solidFill>
                <a:latin typeface="Calibri" panose="020F0502020204030204"/>
                <a:ea typeface="ＭＳ Ｐゴシック"/>
                <a:cs typeface="Calibri"/>
              </a:rPr>
              <a:t>React.js</a:t>
            </a:r>
          </a:p>
          <a:p>
            <a:pPr marL="117475" indent="-117475">
              <a:spcBef>
                <a:spcPts val="100"/>
              </a:spcBef>
              <a:spcAft>
                <a:spcPts val="100"/>
              </a:spcAft>
              <a:buClr>
                <a:srgbClr val="FFC72C"/>
              </a:buClr>
              <a:buSzPct val="80000"/>
              <a:buFont typeface="Wingdings" panose="05000000000000000000" pitchFamily="2" charset="2"/>
              <a:buChar char="l"/>
              <a:defRPr/>
            </a:pPr>
            <a:endParaRPr lang="en-US" altLang="en-US" sz="1100" dirty="0">
              <a:solidFill>
                <a:srgbClr val="073262"/>
              </a:solidFill>
              <a:latin typeface="Calibri" panose="020F0502020204030204"/>
              <a:cs typeface="Calibri"/>
            </a:endParaRPr>
          </a:p>
        </p:txBody>
      </p:sp>
    </p:spTree>
    <p:extLst>
      <p:ext uri="{BB962C8B-B14F-4D97-AF65-F5344CB8AC3E}">
        <p14:creationId xmlns:p14="http://schemas.microsoft.com/office/powerpoint/2010/main" val="4114210545"/>
      </p:ext>
    </p:extLst>
  </p:cSld>
  <p:clrMapOvr>
    <a:masterClrMapping/>
  </p:clrMapOvr>
</p:sld>
</file>

<file path=ppt/theme/theme1.xml><?xml version="1.0" encoding="utf-8"?>
<a:theme xmlns:a="http://schemas.openxmlformats.org/drawingml/2006/main" name="1_Blank">
  <a:themeElements>
    <a:clrScheme name="Genpact Transformation">
      <a:dk1>
        <a:srgbClr val="073262"/>
      </a:dk1>
      <a:lt1>
        <a:sysClr val="window" lastClr="FFFFFF"/>
      </a:lt1>
      <a:dk2>
        <a:srgbClr val="EBECED"/>
      </a:dk2>
      <a:lt2>
        <a:srgbClr val="BFC0C1"/>
      </a:lt2>
      <a:accent1>
        <a:srgbClr val="FF555F"/>
      </a:accent1>
      <a:accent2>
        <a:srgbClr val="00AECF"/>
      </a:accent2>
      <a:accent3>
        <a:srgbClr val="073262"/>
      </a:accent3>
      <a:accent4>
        <a:srgbClr val="EA3946"/>
      </a:accent4>
      <a:accent5>
        <a:srgbClr val="60C7D7"/>
      </a:accent5>
      <a:accent6>
        <a:srgbClr val="10548C"/>
      </a:accent6>
      <a:hlink>
        <a:srgbClr val="00AECF"/>
      </a:hlink>
      <a:folHlink>
        <a:srgbClr val="1F49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876EA39-A927-4B02-92F1-9F3EC877DD27}" vid="{EE579C3A-0FFD-4428-8C6E-B0CC789B6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D68132022FB6F47AA7F3A8317EB1C67" ma:contentTypeVersion="7" ma:contentTypeDescription="Create a new document." ma:contentTypeScope="" ma:versionID="5c35ab77d18dff1779aa35fc2e923bb5">
  <xsd:schema xmlns:xsd="http://www.w3.org/2001/XMLSchema" xmlns:xs="http://www.w3.org/2001/XMLSchema" xmlns:p="http://schemas.microsoft.com/office/2006/metadata/properties" xmlns:ns2="f360ad73-3855-4998-9bc4-b9064831062c" targetNamespace="http://schemas.microsoft.com/office/2006/metadata/properties" ma:root="true" ma:fieldsID="d04212cf210c5940aaa282a169fc5535" ns2:_="">
    <xsd:import namespace="f360ad73-3855-4998-9bc4-b9064831062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60ad73-3855-4998-9bc4-b906483106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0F4891-01D6-48C3-830E-2F32D23973EB}">
  <ds:schemaRefs>
    <ds:schemaRef ds:uri="http://schemas.microsoft.com/sharepoint/v3/contenttype/forms"/>
  </ds:schemaRefs>
</ds:datastoreItem>
</file>

<file path=customXml/itemProps2.xml><?xml version="1.0" encoding="utf-8"?>
<ds:datastoreItem xmlns:ds="http://schemas.openxmlformats.org/officeDocument/2006/customXml" ds:itemID="{EA710DAA-6F23-455A-9077-D1F51CDCCFD7}">
  <ds:schemaRefs>
    <ds:schemaRef ds:uri="f360ad73-3855-4998-9bc4-b9064831062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D31CD98-5F79-4499-8EF9-FD97993FF7F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1_Blank</vt:lpstr>
      <vt:lpstr>PowerPoint Presentation</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Godavarthi, Abhishek</dc:creator>
  <cp:revision>303</cp:revision>
  <dcterms:created xsi:type="dcterms:W3CDTF">2020-10-06T06:41:46Z</dcterms:created>
  <dcterms:modified xsi:type="dcterms:W3CDTF">2025-12-12T18:32:09Z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0x0101003D68132022FB6F47AA7F3A8317EB1C67</vt:lpwstr>
  </property>
</Properties>
</file>